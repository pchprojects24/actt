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5"/>
  </p:notesMasterIdLst>
  <p:sldIdLst>
    <p:sldId id="256" r:id="rId5"/>
    <p:sldId id="281" r:id="rId6"/>
    <p:sldId id="257" r:id="rId7"/>
    <p:sldId id="277" r:id="rId8"/>
    <p:sldId id="278" r:id="rId9"/>
    <p:sldId id="282" r:id="rId10"/>
    <p:sldId id="258" r:id="rId11"/>
    <p:sldId id="279" r:id="rId12"/>
    <p:sldId id="259" r:id="rId13"/>
    <p:sldId id="261" r:id="rId14"/>
    <p:sldId id="262" r:id="rId15"/>
    <p:sldId id="264" r:id="rId16"/>
    <p:sldId id="265" r:id="rId17"/>
    <p:sldId id="266" r:id="rId18"/>
    <p:sldId id="268" r:id="rId19"/>
    <p:sldId id="270" r:id="rId20"/>
    <p:sldId id="274" r:id="rId21"/>
    <p:sldId id="283" r:id="rId22"/>
    <p:sldId id="275" r:id="rId23"/>
    <p:sldId id="276" r:id="rId24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9E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2F2F2"/>
              </a:solidFill>
              <a:prstDash val="solid"/>
              <a:round/>
            </a:ln>
          </a:left>
          <a:right>
            <a:ln w="12700" cap="flat">
              <a:solidFill>
                <a:srgbClr val="F2F2F2"/>
              </a:solidFill>
              <a:prstDash val="solid"/>
              <a:round/>
            </a:ln>
          </a:right>
          <a:top>
            <a:ln w="12700" cap="flat">
              <a:solidFill>
                <a:srgbClr val="F2F2F2"/>
              </a:solidFill>
              <a:prstDash val="solid"/>
              <a:round/>
            </a:ln>
          </a:top>
          <a:bottom>
            <a:ln w="12700" cap="flat">
              <a:solidFill>
                <a:srgbClr val="F2F2F2"/>
              </a:solidFill>
              <a:prstDash val="solid"/>
              <a:round/>
            </a:ln>
          </a:bottom>
          <a:insideH>
            <a:ln w="12700" cap="flat">
              <a:solidFill>
                <a:srgbClr val="F2F2F2"/>
              </a:solidFill>
              <a:prstDash val="solid"/>
              <a:round/>
            </a:ln>
          </a:insideH>
          <a:insideV>
            <a:ln w="12700" cap="flat">
              <a:solidFill>
                <a:srgbClr val="F2F2F2"/>
              </a:solidFill>
              <a:prstDash val="solid"/>
              <a:round/>
            </a:ln>
          </a:insideV>
        </a:tcBdr>
        <a:fill>
          <a:solidFill>
            <a:srgbClr val="FBDFCB"/>
          </a:solidFill>
        </a:fill>
      </a:tcStyle>
    </a:wholeTbl>
    <a:band2H>
      <a:tcTxStyle/>
      <a:tcStyle>
        <a:tcBdr/>
        <a:fill>
          <a:solidFill>
            <a:srgbClr val="FDF0E7"/>
          </a:solidFill>
        </a:fill>
      </a:tcStyle>
    </a:band2H>
    <a:firstCol>
      <a:tcTxStyle b="on" i="off">
        <a:fontRef idx="major">
          <a:srgbClr val="F2F2F2"/>
        </a:fontRef>
        <a:srgbClr val="F2F2F2"/>
      </a:tcTxStyle>
      <a:tcStyle>
        <a:tcBdr>
          <a:left>
            <a:ln w="12700" cap="flat">
              <a:solidFill>
                <a:srgbClr val="F2F2F2"/>
              </a:solidFill>
              <a:prstDash val="solid"/>
              <a:round/>
            </a:ln>
          </a:left>
          <a:right>
            <a:ln w="12700" cap="flat">
              <a:solidFill>
                <a:srgbClr val="F2F2F2"/>
              </a:solidFill>
              <a:prstDash val="solid"/>
              <a:round/>
            </a:ln>
          </a:right>
          <a:top>
            <a:ln w="12700" cap="flat">
              <a:solidFill>
                <a:srgbClr val="F2F2F2"/>
              </a:solidFill>
              <a:prstDash val="solid"/>
              <a:round/>
            </a:ln>
          </a:top>
          <a:bottom>
            <a:ln w="12700" cap="flat">
              <a:solidFill>
                <a:srgbClr val="F2F2F2"/>
              </a:solidFill>
              <a:prstDash val="solid"/>
              <a:round/>
            </a:ln>
          </a:bottom>
          <a:insideH>
            <a:ln w="12700" cap="flat">
              <a:solidFill>
                <a:srgbClr val="F2F2F2"/>
              </a:solidFill>
              <a:prstDash val="solid"/>
              <a:round/>
            </a:ln>
          </a:insideH>
          <a:insideV>
            <a:ln w="12700" cap="flat">
              <a:solidFill>
                <a:srgbClr val="F2F2F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2F2F2"/>
        </a:fontRef>
        <a:srgbClr val="F2F2F2"/>
      </a:tcTxStyle>
      <a:tcStyle>
        <a:tcBdr>
          <a:left>
            <a:ln w="12700" cap="flat">
              <a:solidFill>
                <a:srgbClr val="F2F2F2"/>
              </a:solidFill>
              <a:prstDash val="solid"/>
              <a:round/>
            </a:ln>
          </a:left>
          <a:right>
            <a:ln w="12700" cap="flat">
              <a:solidFill>
                <a:srgbClr val="F2F2F2"/>
              </a:solidFill>
              <a:prstDash val="solid"/>
              <a:round/>
            </a:ln>
          </a:right>
          <a:top>
            <a:ln w="38100" cap="flat">
              <a:solidFill>
                <a:srgbClr val="F2F2F2"/>
              </a:solidFill>
              <a:prstDash val="solid"/>
              <a:round/>
            </a:ln>
          </a:top>
          <a:bottom>
            <a:ln w="12700" cap="flat">
              <a:solidFill>
                <a:srgbClr val="F2F2F2"/>
              </a:solidFill>
              <a:prstDash val="solid"/>
              <a:round/>
            </a:ln>
          </a:bottom>
          <a:insideH>
            <a:ln w="12700" cap="flat">
              <a:solidFill>
                <a:srgbClr val="F2F2F2"/>
              </a:solidFill>
              <a:prstDash val="solid"/>
              <a:round/>
            </a:ln>
          </a:insideH>
          <a:insideV>
            <a:ln w="12700" cap="flat">
              <a:solidFill>
                <a:srgbClr val="F2F2F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2F2F2"/>
        </a:fontRef>
        <a:srgbClr val="F2F2F2"/>
      </a:tcTxStyle>
      <a:tcStyle>
        <a:tcBdr>
          <a:left>
            <a:ln w="12700" cap="flat">
              <a:solidFill>
                <a:srgbClr val="F2F2F2"/>
              </a:solidFill>
              <a:prstDash val="solid"/>
              <a:round/>
            </a:ln>
          </a:left>
          <a:right>
            <a:ln w="12700" cap="flat">
              <a:solidFill>
                <a:srgbClr val="F2F2F2"/>
              </a:solidFill>
              <a:prstDash val="solid"/>
              <a:round/>
            </a:ln>
          </a:right>
          <a:top>
            <a:ln w="12700" cap="flat">
              <a:solidFill>
                <a:srgbClr val="F2F2F2"/>
              </a:solidFill>
              <a:prstDash val="solid"/>
              <a:round/>
            </a:ln>
          </a:top>
          <a:bottom>
            <a:ln w="38100" cap="flat">
              <a:solidFill>
                <a:srgbClr val="F2F2F2"/>
              </a:solidFill>
              <a:prstDash val="solid"/>
              <a:round/>
            </a:ln>
          </a:bottom>
          <a:insideH>
            <a:ln w="12700" cap="flat">
              <a:solidFill>
                <a:srgbClr val="F2F2F2"/>
              </a:solidFill>
              <a:prstDash val="solid"/>
              <a:round/>
            </a:ln>
          </a:insideH>
          <a:insideV>
            <a:ln w="12700" cap="flat">
              <a:solidFill>
                <a:srgbClr val="F2F2F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2F2F2"/>
              </a:solidFill>
              <a:prstDash val="solid"/>
              <a:round/>
            </a:ln>
          </a:left>
          <a:right>
            <a:ln w="12700" cap="flat">
              <a:solidFill>
                <a:srgbClr val="F2F2F2"/>
              </a:solidFill>
              <a:prstDash val="solid"/>
              <a:round/>
            </a:ln>
          </a:right>
          <a:top>
            <a:ln w="12700" cap="flat">
              <a:solidFill>
                <a:srgbClr val="F2F2F2"/>
              </a:solidFill>
              <a:prstDash val="solid"/>
              <a:round/>
            </a:ln>
          </a:top>
          <a:bottom>
            <a:ln w="12700" cap="flat">
              <a:solidFill>
                <a:srgbClr val="F2F2F2"/>
              </a:solidFill>
              <a:prstDash val="solid"/>
              <a:round/>
            </a:ln>
          </a:bottom>
          <a:insideH>
            <a:ln w="12700" cap="flat">
              <a:solidFill>
                <a:srgbClr val="F2F2F2"/>
              </a:solidFill>
              <a:prstDash val="solid"/>
              <a:round/>
            </a:ln>
          </a:insideH>
          <a:insideV>
            <a:ln w="12700" cap="flat">
              <a:solidFill>
                <a:srgbClr val="F2F2F2"/>
              </a:solidFill>
              <a:prstDash val="solid"/>
              <a:round/>
            </a:ln>
          </a:insideV>
        </a:tcBdr>
        <a:fill>
          <a:solidFill>
            <a:srgbClr val="EBD2CC"/>
          </a:solidFill>
        </a:fill>
      </a:tcStyle>
    </a:wholeTbl>
    <a:band2H>
      <a:tcTxStyle/>
      <a:tcStyle>
        <a:tcBdr/>
        <a:fill>
          <a:solidFill>
            <a:srgbClr val="F5EAE7"/>
          </a:solidFill>
        </a:fill>
      </a:tcStyle>
    </a:band2H>
    <a:firstCol>
      <a:tcTxStyle b="on" i="off">
        <a:fontRef idx="major">
          <a:srgbClr val="F2F2F2"/>
        </a:fontRef>
        <a:srgbClr val="F2F2F2"/>
      </a:tcTxStyle>
      <a:tcStyle>
        <a:tcBdr>
          <a:left>
            <a:ln w="12700" cap="flat">
              <a:solidFill>
                <a:srgbClr val="F2F2F2"/>
              </a:solidFill>
              <a:prstDash val="solid"/>
              <a:round/>
            </a:ln>
          </a:left>
          <a:right>
            <a:ln w="12700" cap="flat">
              <a:solidFill>
                <a:srgbClr val="F2F2F2"/>
              </a:solidFill>
              <a:prstDash val="solid"/>
              <a:round/>
            </a:ln>
          </a:right>
          <a:top>
            <a:ln w="12700" cap="flat">
              <a:solidFill>
                <a:srgbClr val="F2F2F2"/>
              </a:solidFill>
              <a:prstDash val="solid"/>
              <a:round/>
            </a:ln>
          </a:top>
          <a:bottom>
            <a:ln w="12700" cap="flat">
              <a:solidFill>
                <a:srgbClr val="F2F2F2"/>
              </a:solidFill>
              <a:prstDash val="solid"/>
              <a:round/>
            </a:ln>
          </a:bottom>
          <a:insideH>
            <a:ln w="12700" cap="flat">
              <a:solidFill>
                <a:srgbClr val="F2F2F2"/>
              </a:solidFill>
              <a:prstDash val="solid"/>
              <a:round/>
            </a:ln>
          </a:insideH>
          <a:insideV>
            <a:ln w="12700" cap="flat">
              <a:solidFill>
                <a:srgbClr val="F2F2F2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2F2F2"/>
        </a:fontRef>
        <a:srgbClr val="F2F2F2"/>
      </a:tcTxStyle>
      <a:tcStyle>
        <a:tcBdr>
          <a:left>
            <a:ln w="12700" cap="flat">
              <a:solidFill>
                <a:srgbClr val="F2F2F2"/>
              </a:solidFill>
              <a:prstDash val="solid"/>
              <a:round/>
            </a:ln>
          </a:left>
          <a:right>
            <a:ln w="12700" cap="flat">
              <a:solidFill>
                <a:srgbClr val="F2F2F2"/>
              </a:solidFill>
              <a:prstDash val="solid"/>
              <a:round/>
            </a:ln>
          </a:right>
          <a:top>
            <a:ln w="38100" cap="flat">
              <a:solidFill>
                <a:srgbClr val="F2F2F2"/>
              </a:solidFill>
              <a:prstDash val="solid"/>
              <a:round/>
            </a:ln>
          </a:top>
          <a:bottom>
            <a:ln w="12700" cap="flat">
              <a:solidFill>
                <a:srgbClr val="F2F2F2"/>
              </a:solidFill>
              <a:prstDash val="solid"/>
              <a:round/>
            </a:ln>
          </a:bottom>
          <a:insideH>
            <a:ln w="12700" cap="flat">
              <a:solidFill>
                <a:srgbClr val="F2F2F2"/>
              </a:solidFill>
              <a:prstDash val="solid"/>
              <a:round/>
            </a:ln>
          </a:insideH>
          <a:insideV>
            <a:ln w="12700" cap="flat">
              <a:solidFill>
                <a:srgbClr val="F2F2F2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2F2F2"/>
        </a:fontRef>
        <a:srgbClr val="F2F2F2"/>
      </a:tcTxStyle>
      <a:tcStyle>
        <a:tcBdr>
          <a:left>
            <a:ln w="12700" cap="flat">
              <a:solidFill>
                <a:srgbClr val="F2F2F2"/>
              </a:solidFill>
              <a:prstDash val="solid"/>
              <a:round/>
            </a:ln>
          </a:left>
          <a:right>
            <a:ln w="12700" cap="flat">
              <a:solidFill>
                <a:srgbClr val="F2F2F2"/>
              </a:solidFill>
              <a:prstDash val="solid"/>
              <a:round/>
            </a:ln>
          </a:right>
          <a:top>
            <a:ln w="12700" cap="flat">
              <a:solidFill>
                <a:srgbClr val="F2F2F2"/>
              </a:solidFill>
              <a:prstDash val="solid"/>
              <a:round/>
            </a:ln>
          </a:top>
          <a:bottom>
            <a:ln w="38100" cap="flat">
              <a:solidFill>
                <a:srgbClr val="F2F2F2"/>
              </a:solidFill>
              <a:prstDash val="solid"/>
              <a:round/>
            </a:ln>
          </a:bottom>
          <a:insideH>
            <a:ln w="12700" cap="flat">
              <a:solidFill>
                <a:srgbClr val="F2F2F2"/>
              </a:solidFill>
              <a:prstDash val="solid"/>
              <a:round/>
            </a:ln>
          </a:insideH>
          <a:insideV>
            <a:ln w="12700" cap="flat">
              <a:solidFill>
                <a:srgbClr val="F2F2F2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2F2F2"/>
              </a:solidFill>
              <a:prstDash val="solid"/>
              <a:round/>
            </a:ln>
          </a:left>
          <a:right>
            <a:ln w="12700" cap="flat">
              <a:solidFill>
                <a:srgbClr val="F2F2F2"/>
              </a:solidFill>
              <a:prstDash val="solid"/>
              <a:round/>
            </a:ln>
          </a:right>
          <a:top>
            <a:ln w="12700" cap="flat">
              <a:solidFill>
                <a:srgbClr val="F2F2F2"/>
              </a:solidFill>
              <a:prstDash val="solid"/>
              <a:round/>
            </a:ln>
          </a:top>
          <a:bottom>
            <a:ln w="12700" cap="flat">
              <a:solidFill>
                <a:srgbClr val="F2F2F2"/>
              </a:solidFill>
              <a:prstDash val="solid"/>
              <a:round/>
            </a:ln>
          </a:bottom>
          <a:insideH>
            <a:ln w="12700" cap="flat">
              <a:solidFill>
                <a:srgbClr val="F2F2F2"/>
              </a:solidFill>
              <a:prstDash val="solid"/>
              <a:round/>
            </a:ln>
          </a:insideH>
          <a:insideV>
            <a:ln w="12700" cap="flat">
              <a:solidFill>
                <a:srgbClr val="F2F2F2"/>
              </a:solidFill>
              <a:prstDash val="solid"/>
              <a:round/>
            </a:ln>
          </a:insideV>
        </a:tcBdr>
        <a:fill>
          <a:solidFill>
            <a:srgbClr val="DFDDDA"/>
          </a:solidFill>
        </a:fill>
      </a:tcStyle>
    </a:wholeTbl>
    <a:band2H>
      <a:tcTxStyle/>
      <a:tcStyle>
        <a:tcBdr/>
        <a:fill>
          <a:solidFill>
            <a:srgbClr val="F0EFED"/>
          </a:solidFill>
        </a:fill>
      </a:tcStyle>
    </a:band2H>
    <a:firstCol>
      <a:tcTxStyle b="on" i="off">
        <a:fontRef idx="major">
          <a:srgbClr val="F2F2F2"/>
        </a:fontRef>
        <a:srgbClr val="F2F2F2"/>
      </a:tcTxStyle>
      <a:tcStyle>
        <a:tcBdr>
          <a:left>
            <a:ln w="12700" cap="flat">
              <a:solidFill>
                <a:srgbClr val="F2F2F2"/>
              </a:solidFill>
              <a:prstDash val="solid"/>
              <a:round/>
            </a:ln>
          </a:left>
          <a:right>
            <a:ln w="12700" cap="flat">
              <a:solidFill>
                <a:srgbClr val="F2F2F2"/>
              </a:solidFill>
              <a:prstDash val="solid"/>
              <a:round/>
            </a:ln>
          </a:right>
          <a:top>
            <a:ln w="12700" cap="flat">
              <a:solidFill>
                <a:srgbClr val="F2F2F2"/>
              </a:solidFill>
              <a:prstDash val="solid"/>
              <a:round/>
            </a:ln>
          </a:top>
          <a:bottom>
            <a:ln w="12700" cap="flat">
              <a:solidFill>
                <a:srgbClr val="F2F2F2"/>
              </a:solidFill>
              <a:prstDash val="solid"/>
              <a:round/>
            </a:ln>
          </a:bottom>
          <a:insideH>
            <a:ln w="12700" cap="flat">
              <a:solidFill>
                <a:srgbClr val="F2F2F2"/>
              </a:solidFill>
              <a:prstDash val="solid"/>
              <a:round/>
            </a:ln>
          </a:insideH>
          <a:insideV>
            <a:ln w="12700" cap="flat">
              <a:solidFill>
                <a:srgbClr val="F2F2F2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2F2F2"/>
        </a:fontRef>
        <a:srgbClr val="F2F2F2"/>
      </a:tcTxStyle>
      <a:tcStyle>
        <a:tcBdr>
          <a:left>
            <a:ln w="12700" cap="flat">
              <a:solidFill>
                <a:srgbClr val="F2F2F2"/>
              </a:solidFill>
              <a:prstDash val="solid"/>
              <a:round/>
            </a:ln>
          </a:left>
          <a:right>
            <a:ln w="12700" cap="flat">
              <a:solidFill>
                <a:srgbClr val="F2F2F2"/>
              </a:solidFill>
              <a:prstDash val="solid"/>
              <a:round/>
            </a:ln>
          </a:right>
          <a:top>
            <a:ln w="38100" cap="flat">
              <a:solidFill>
                <a:srgbClr val="F2F2F2"/>
              </a:solidFill>
              <a:prstDash val="solid"/>
              <a:round/>
            </a:ln>
          </a:top>
          <a:bottom>
            <a:ln w="12700" cap="flat">
              <a:solidFill>
                <a:srgbClr val="F2F2F2"/>
              </a:solidFill>
              <a:prstDash val="solid"/>
              <a:round/>
            </a:ln>
          </a:bottom>
          <a:insideH>
            <a:ln w="12700" cap="flat">
              <a:solidFill>
                <a:srgbClr val="F2F2F2"/>
              </a:solidFill>
              <a:prstDash val="solid"/>
              <a:round/>
            </a:ln>
          </a:insideH>
          <a:insideV>
            <a:ln w="12700" cap="flat">
              <a:solidFill>
                <a:srgbClr val="F2F2F2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2F2F2"/>
        </a:fontRef>
        <a:srgbClr val="F2F2F2"/>
      </a:tcTxStyle>
      <a:tcStyle>
        <a:tcBdr>
          <a:left>
            <a:ln w="12700" cap="flat">
              <a:solidFill>
                <a:srgbClr val="F2F2F2"/>
              </a:solidFill>
              <a:prstDash val="solid"/>
              <a:round/>
            </a:ln>
          </a:left>
          <a:right>
            <a:ln w="12700" cap="flat">
              <a:solidFill>
                <a:srgbClr val="F2F2F2"/>
              </a:solidFill>
              <a:prstDash val="solid"/>
              <a:round/>
            </a:ln>
          </a:right>
          <a:top>
            <a:ln w="12700" cap="flat">
              <a:solidFill>
                <a:srgbClr val="F2F2F2"/>
              </a:solidFill>
              <a:prstDash val="solid"/>
              <a:round/>
            </a:ln>
          </a:top>
          <a:bottom>
            <a:ln w="38100" cap="flat">
              <a:solidFill>
                <a:srgbClr val="F2F2F2"/>
              </a:solidFill>
              <a:prstDash val="solid"/>
              <a:round/>
            </a:ln>
          </a:bottom>
          <a:insideH>
            <a:ln w="12700" cap="flat">
              <a:solidFill>
                <a:srgbClr val="F2F2F2"/>
              </a:solidFill>
              <a:prstDash val="solid"/>
              <a:round/>
            </a:ln>
          </a:insideH>
          <a:insideV>
            <a:ln w="12700" cap="flat">
              <a:solidFill>
                <a:srgbClr val="F2F2F2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2F2F2"/>
          </a:solidFill>
        </a:fill>
      </a:tcStyle>
    </a:band2H>
    <a:firstCol>
      <a:tcTxStyle b="on" i="off">
        <a:fontRef idx="major">
          <a:srgbClr val="F2F2F2"/>
        </a:fontRef>
        <a:srgbClr val="F2F2F2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2F2F2"/>
          </a:solidFill>
        </a:fill>
      </a:tcStyle>
    </a:lastRow>
    <a:firstRow>
      <a:tcTxStyle b="on" i="off">
        <a:fontRef idx="major">
          <a:srgbClr val="F2F2F2"/>
        </a:fontRef>
        <a:srgbClr val="F2F2F2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2F2F2"/>
              </a:solidFill>
              <a:prstDash val="solid"/>
              <a:round/>
            </a:ln>
          </a:left>
          <a:right>
            <a:ln w="12700" cap="flat">
              <a:solidFill>
                <a:srgbClr val="F2F2F2"/>
              </a:solidFill>
              <a:prstDash val="solid"/>
              <a:round/>
            </a:ln>
          </a:right>
          <a:top>
            <a:ln w="12700" cap="flat">
              <a:solidFill>
                <a:srgbClr val="F2F2F2"/>
              </a:solidFill>
              <a:prstDash val="solid"/>
              <a:round/>
            </a:ln>
          </a:top>
          <a:bottom>
            <a:ln w="12700" cap="flat">
              <a:solidFill>
                <a:srgbClr val="F2F2F2"/>
              </a:solidFill>
              <a:prstDash val="solid"/>
              <a:round/>
            </a:ln>
          </a:bottom>
          <a:insideH>
            <a:ln w="12700" cap="flat">
              <a:solidFill>
                <a:srgbClr val="F2F2F2"/>
              </a:solidFill>
              <a:prstDash val="solid"/>
              <a:round/>
            </a:ln>
          </a:insideH>
          <a:insideV>
            <a:ln w="12700" cap="flat">
              <a:solidFill>
                <a:srgbClr val="F2F2F2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2F2F2"/>
        </a:fontRef>
        <a:srgbClr val="F2F2F2"/>
      </a:tcTxStyle>
      <a:tcStyle>
        <a:tcBdr>
          <a:left>
            <a:ln w="12700" cap="flat">
              <a:solidFill>
                <a:srgbClr val="F2F2F2"/>
              </a:solidFill>
              <a:prstDash val="solid"/>
              <a:round/>
            </a:ln>
          </a:left>
          <a:right>
            <a:ln w="12700" cap="flat">
              <a:solidFill>
                <a:srgbClr val="F2F2F2"/>
              </a:solidFill>
              <a:prstDash val="solid"/>
              <a:round/>
            </a:ln>
          </a:right>
          <a:top>
            <a:ln w="12700" cap="flat">
              <a:solidFill>
                <a:srgbClr val="F2F2F2"/>
              </a:solidFill>
              <a:prstDash val="solid"/>
              <a:round/>
            </a:ln>
          </a:top>
          <a:bottom>
            <a:ln w="12700" cap="flat">
              <a:solidFill>
                <a:srgbClr val="F2F2F2"/>
              </a:solidFill>
              <a:prstDash val="solid"/>
              <a:round/>
            </a:ln>
          </a:bottom>
          <a:insideH>
            <a:ln w="12700" cap="flat">
              <a:solidFill>
                <a:srgbClr val="F2F2F2"/>
              </a:solidFill>
              <a:prstDash val="solid"/>
              <a:round/>
            </a:ln>
          </a:insideH>
          <a:insideV>
            <a:ln w="12700" cap="flat">
              <a:solidFill>
                <a:srgbClr val="F2F2F2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2F2F2"/>
        </a:fontRef>
        <a:srgbClr val="F2F2F2"/>
      </a:tcTxStyle>
      <a:tcStyle>
        <a:tcBdr>
          <a:left>
            <a:ln w="12700" cap="flat">
              <a:solidFill>
                <a:srgbClr val="F2F2F2"/>
              </a:solidFill>
              <a:prstDash val="solid"/>
              <a:round/>
            </a:ln>
          </a:left>
          <a:right>
            <a:ln w="12700" cap="flat">
              <a:solidFill>
                <a:srgbClr val="F2F2F2"/>
              </a:solidFill>
              <a:prstDash val="solid"/>
              <a:round/>
            </a:ln>
          </a:right>
          <a:top>
            <a:ln w="38100" cap="flat">
              <a:solidFill>
                <a:srgbClr val="F2F2F2"/>
              </a:solidFill>
              <a:prstDash val="solid"/>
              <a:round/>
            </a:ln>
          </a:top>
          <a:bottom>
            <a:ln w="12700" cap="flat">
              <a:solidFill>
                <a:srgbClr val="F2F2F2"/>
              </a:solidFill>
              <a:prstDash val="solid"/>
              <a:round/>
            </a:ln>
          </a:bottom>
          <a:insideH>
            <a:ln w="12700" cap="flat">
              <a:solidFill>
                <a:srgbClr val="F2F2F2"/>
              </a:solidFill>
              <a:prstDash val="solid"/>
              <a:round/>
            </a:ln>
          </a:insideH>
          <a:insideV>
            <a:ln w="12700" cap="flat">
              <a:solidFill>
                <a:srgbClr val="F2F2F2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2F2F2"/>
        </a:fontRef>
        <a:srgbClr val="F2F2F2"/>
      </a:tcTxStyle>
      <a:tcStyle>
        <a:tcBdr>
          <a:left>
            <a:ln w="12700" cap="flat">
              <a:solidFill>
                <a:srgbClr val="F2F2F2"/>
              </a:solidFill>
              <a:prstDash val="solid"/>
              <a:round/>
            </a:ln>
          </a:left>
          <a:right>
            <a:ln w="12700" cap="flat">
              <a:solidFill>
                <a:srgbClr val="F2F2F2"/>
              </a:solidFill>
              <a:prstDash val="solid"/>
              <a:round/>
            </a:ln>
          </a:right>
          <a:top>
            <a:ln w="12700" cap="flat">
              <a:solidFill>
                <a:srgbClr val="F2F2F2"/>
              </a:solidFill>
              <a:prstDash val="solid"/>
              <a:round/>
            </a:ln>
          </a:top>
          <a:bottom>
            <a:ln w="38100" cap="flat">
              <a:solidFill>
                <a:srgbClr val="F2F2F2"/>
              </a:solidFill>
              <a:prstDash val="solid"/>
              <a:round/>
            </a:ln>
          </a:bottom>
          <a:insideH>
            <a:ln w="12700" cap="flat">
              <a:solidFill>
                <a:srgbClr val="F2F2F2"/>
              </a:solidFill>
              <a:prstDash val="solid"/>
              <a:round/>
            </a:ln>
          </a:insideH>
          <a:insideV>
            <a:ln w="12700" cap="flat">
              <a:solidFill>
                <a:srgbClr val="F2F2F2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9567" autoAdjust="0"/>
  </p:normalViewPr>
  <p:slideViewPr>
    <p:cSldViewPr snapToGrid="0">
      <p:cViewPr varScale="1">
        <p:scale>
          <a:sx n="67" d="100"/>
          <a:sy n="67" d="100"/>
        </p:scale>
        <p:origin x="129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Shape 25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6" name="Shape 25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Derived for patients suspected of having an infection to be </a:t>
            </a:r>
            <a:r>
              <a:rPr lang="en-CA" dirty="0" err="1"/>
              <a:t>prognositic</a:t>
            </a:r>
            <a:r>
              <a:rPr lang="en-CA" dirty="0"/>
              <a:t> indicator of mortality, not a screening tool to ID infection and dx sepsis.</a:t>
            </a:r>
          </a:p>
          <a:p>
            <a:r>
              <a:rPr lang="en-CA" dirty="0"/>
              <a:t>Limited prospective validation though one study did find it predicted mortality more accurately than SIRS criteria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82126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600200" y="2386744"/>
            <a:ext cx="8991600" cy="1645922"/>
          </a:xfrm>
          <a:prstGeom prst="rect">
            <a:avLst/>
          </a:prstGeom>
          <a:solidFill>
            <a:srgbClr val="FFFFFF"/>
          </a:solidFill>
          <a:ln w="38100">
            <a:solidFill>
              <a:srgbClr val="404040"/>
            </a:solidFill>
            <a:round/>
          </a:ln>
        </p:spPr>
        <p:txBody>
          <a:bodyPr lIns="182875" tIns="182875" rIns="182875" bIns="182875"/>
          <a:lstStyle>
            <a:lvl1pPr algn="ctr">
              <a:defRPr sz="3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695194" y="4352544"/>
            <a:ext cx="6801612" cy="1239895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000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000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000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000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000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758922" y="6299975"/>
            <a:ext cx="365762" cy="201651"/>
          </a:xfrm>
          <a:prstGeom prst="rect">
            <a:avLst/>
          </a:prstGeom>
          <a:solidFill>
            <a:srgbClr val="1D1D1D">
              <a:alpha val="69803"/>
            </a:srgbClr>
          </a:solidFill>
        </p:spPr>
        <p:txBody>
          <a:bodyPr wrap="square" lIns="18275" tIns="18275" rIns="18275" bIns="18275"/>
          <a:lstStyle>
            <a:lvl1pPr algn="ctr">
              <a:defRPr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BJECT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xfrm>
            <a:off x="2231134" y="964691"/>
            <a:ext cx="7729731" cy="1188722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lIns="182875" tIns="182875" rIns="182875" bIns="182875"/>
          <a:lstStyle>
            <a:lvl1pPr algn="ctr">
              <a:defRPr sz="2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2231134" y="2638044"/>
            <a:ext cx="7729731" cy="310198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Clr>
                <a:schemeClr val="accent2"/>
              </a:buClr>
              <a:buSzPts val="1800"/>
              <a:defRPr sz="1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57262" indent="-385762">
              <a:lnSpc>
                <a:spcPct val="100000"/>
              </a:lnSpc>
              <a:buClr>
                <a:schemeClr val="accent2"/>
              </a:buClr>
              <a:buSzPts val="1800"/>
              <a:defRPr sz="1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414462" indent="-385762">
              <a:lnSpc>
                <a:spcPct val="100000"/>
              </a:lnSpc>
              <a:buClr>
                <a:schemeClr val="accent2"/>
              </a:buClr>
              <a:buSzPts val="1800"/>
              <a:defRPr sz="1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71661" indent="-385762">
              <a:lnSpc>
                <a:spcPct val="100000"/>
              </a:lnSpc>
              <a:buClr>
                <a:schemeClr val="accent2"/>
              </a:buClr>
              <a:buSzPts val="1800"/>
              <a:defRPr sz="1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328861" indent="-385761">
              <a:lnSpc>
                <a:spcPct val="100000"/>
              </a:lnSpc>
              <a:buClr>
                <a:schemeClr val="accent2"/>
              </a:buClr>
              <a:buSzPts val="1800"/>
              <a:defRPr sz="1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758922" y="6299975"/>
            <a:ext cx="365762" cy="201651"/>
          </a:xfrm>
          <a:prstGeom prst="rect">
            <a:avLst/>
          </a:prstGeom>
          <a:solidFill>
            <a:srgbClr val="1D1D1D">
              <a:alpha val="69803"/>
            </a:srgbClr>
          </a:solidFill>
        </p:spPr>
        <p:txBody>
          <a:bodyPr wrap="square" lIns="18275" tIns="18275" rIns="18275" bIns="18275"/>
          <a:lstStyle>
            <a:lvl1pPr algn="ctr">
              <a:defRPr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1600200" y="2386744"/>
            <a:ext cx="8991600" cy="1645922"/>
          </a:xfrm>
          <a:prstGeom prst="rect">
            <a:avLst/>
          </a:prstGeom>
          <a:solidFill>
            <a:srgbClr val="FFFFFF"/>
          </a:solidFill>
          <a:ln w="38100">
            <a:solidFill>
              <a:srgbClr val="404040"/>
            </a:solidFill>
            <a:round/>
          </a:ln>
        </p:spPr>
        <p:txBody>
          <a:bodyPr lIns="182875" tIns="182875" rIns="182875" bIns="182875"/>
          <a:lstStyle>
            <a:lvl1pPr algn="ctr">
              <a:defRPr sz="3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695194" y="4352544"/>
            <a:ext cx="6801612" cy="1239895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000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000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000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000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000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758922" y="6299975"/>
            <a:ext cx="365762" cy="201651"/>
          </a:xfrm>
          <a:prstGeom prst="rect">
            <a:avLst/>
          </a:prstGeom>
          <a:solidFill>
            <a:srgbClr val="1D1D1D">
              <a:alpha val="69803"/>
            </a:srgbClr>
          </a:solidFill>
        </p:spPr>
        <p:txBody>
          <a:bodyPr wrap="square" lIns="18275" tIns="18275" rIns="18275" bIns="18275"/>
          <a:lstStyle>
            <a:lvl1pPr algn="ctr">
              <a:defRPr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xfrm>
            <a:off x="1600200" y="2386744"/>
            <a:ext cx="8991600" cy="1645922"/>
          </a:xfrm>
          <a:prstGeom prst="rect">
            <a:avLst/>
          </a:prstGeom>
          <a:solidFill>
            <a:srgbClr val="FFFFFF"/>
          </a:solidFill>
          <a:ln w="38100">
            <a:solidFill>
              <a:srgbClr val="404040"/>
            </a:solidFill>
            <a:round/>
          </a:ln>
        </p:spPr>
        <p:txBody>
          <a:bodyPr lIns="182875" tIns="182875" rIns="182875" bIns="182875"/>
          <a:lstStyle>
            <a:lvl1pPr algn="ctr">
              <a:defRPr sz="3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695194" y="4352464"/>
            <a:ext cx="6801612" cy="1265084"/>
          </a:xfrm>
          <a:prstGeom prst="rect">
            <a:avLst/>
          </a:prstGeom>
        </p:spPr>
        <p:txBody>
          <a:bodyPr/>
          <a:lstStyle>
            <a:lvl1pPr marL="0" indent="228600" algn="ctr">
              <a:lnSpc>
                <a:spcPct val="100000"/>
              </a:lnSpc>
              <a:buClrTx/>
              <a:buSzTx/>
              <a:buFontTx/>
              <a:buNone/>
              <a:defRPr sz="20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indent="228600" algn="ctr">
              <a:lnSpc>
                <a:spcPct val="100000"/>
              </a:lnSpc>
              <a:buClrTx/>
              <a:buSzTx/>
              <a:buFontTx/>
              <a:buNone/>
              <a:defRPr sz="20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indent="228600" algn="ctr">
              <a:lnSpc>
                <a:spcPct val="100000"/>
              </a:lnSpc>
              <a:buClrTx/>
              <a:buSzTx/>
              <a:buFontTx/>
              <a:buNone/>
              <a:defRPr sz="20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indent="228600" algn="ctr">
              <a:lnSpc>
                <a:spcPct val="100000"/>
              </a:lnSpc>
              <a:buClrTx/>
              <a:buSzTx/>
              <a:buFontTx/>
              <a:buNone/>
              <a:defRPr sz="20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indent="228600" algn="ctr">
              <a:lnSpc>
                <a:spcPct val="100000"/>
              </a:lnSpc>
              <a:buClrTx/>
              <a:buSzTx/>
              <a:buFontTx/>
              <a:buNone/>
              <a:defRPr sz="20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758922" y="6299975"/>
            <a:ext cx="365762" cy="201651"/>
          </a:xfrm>
          <a:prstGeom prst="rect">
            <a:avLst/>
          </a:prstGeom>
          <a:solidFill>
            <a:srgbClr val="1D1D1D">
              <a:alpha val="69803"/>
            </a:srgbClr>
          </a:solidFill>
        </p:spPr>
        <p:txBody>
          <a:bodyPr wrap="square" lIns="18275" tIns="18275" rIns="18275" bIns="18275"/>
          <a:lstStyle>
            <a:lvl1pPr algn="ctr">
              <a:defRPr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_OBJECTS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2231134" y="964691"/>
            <a:ext cx="7729731" cy="1188722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lIns="182875" tIns="182875" rIns="182875" bIns="182875"/>
          <a:lstStyle>
            <a:lvl1pPr algn="ctr">
              <a:defRPr sz="2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81911" y="2638044"/>
            <a:ext cx="4271773" cy="310198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Clr>
                <a:schemeClr val="accent2"/>
              </a:buClr>
              <a:buSzPts val="1800"/>
              <a:defRPr sz="1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57262" indent="-385762">
              <a:lnSpc>
                <a:spcPct val="100000"/>
              </a:lnSpc>
              <a:buClr>
                <a:schemeClr val="accent2"/>
              </a:buClr>
              <a:buSzPts val="1800"/>
              <a:defRPr sz="1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414462" indent="-385762">
              <a:lnSpc>
                <a:spcPct val="100000"/>
              </a:lnSpc>
              <a:buClr>
                <a:schemeClr val="accent2"/>
              </a:buClr>
              <a:buSzPts val="1800"/>
              <a:defRPr sz="1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71661" indent="-385762">
              <a:lnSpc>
                <a:spcPct val="100000"/>
              </a:lnSpc>
              <a:buClr>
                <a:schemeClr val="accent2"/>
              </a:buClr>
              <a:buSzPts val="1800"/>
              <a:defRPr sz="1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328861" indent="-385761">
              <a:lnSpc>
                <a:spcPct val="100000"/>
              </a:lnSpc>
              <a:buClr>
                <a:schemeClr val="accent2"/>
              </a:buClr>
              <a:buSzPts val="1800"/>
              <a:defRPr sz="1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Google Shape;44;p28"/>
          <p:cNvSpPr txBox="1">
            <a:spLocks noGrp="1"/>
          </p:cNvSpPr>
          <p:nvPr>
            <p:ph type="body" sz="quarter" idx="21"/>
          </p:nvPr>
        </p:nvSpPr>
        <p:spPr>
          <a:xfrm>
            <a:off x="6338315" y="2638043"/>
            <a:ext cx="4270248" cy="3101985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buClr>
                <a:schemeClr val="accent2"/>
              </a:buClr>
              <a:buSzPts val="1800"/>
              <a:defRPr sz="1800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758922" y="6299975"/>
            <a:ext cx="365762" cy="201651"/>
          </a:xfrm>
          <a:prstGeom prst="rect">
            <a:avLst/>
          </a:prstGeom>
          <a:solidFill>
            <a:srgbClr val="1D1D1D">
              <a:alpha val="69803"/>
            </a:srgbClr>
          </a:solidFill>
        </p:spPr>
        <p:txBody>
          <a:bodyPr wrap="square" lIns="18275" tIns="18275" rIns="18275" bIns="18275"/>
          <a:lstStyle>
            <a:lvl1pPr algn="ctr">
              <a:defRPr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_OBJECTS_WITH_TEXT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83436" y="2313433"/>
            <a:ext cx="4270248" cy="704088"/>
          </a:xfrm>
          <a:prstGeom prst="rect">
            <a:avLst/>
          </a:prstGeom>
        </p:spPr>
        <p:txBody>
          <a:bodyPr anchor="b"/>
          <a:lstStyle>
            <a:lvl1pPr marL="0" indent="228600" algn="ctr">
              <a:lnSpc>
                <a:spcPct val="100000"/>
              </a:lnSpc>
              <a:buClrTx/>
              <a:buSzTx/>
              <a:buFontTx/>
              <a:buNone/>
              <a:defRPr sz="1900">
                <a:solidFill>
                  <a:srgbClr val="6B889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indent="228600" algn="ctr">
              <a:lnSpc>
                <a:spcPct val="100000"/>
              </a:lnSpc>
              <a:buClrTx/>
              <a:buSzTx/>
              <a:buFontTx/>
              <a:buNone/>
              <a:defRPr sz="1900">
                <a:solidFill>
                  <a:srgbClr val="6B889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indent="228600" algn="ctr">
              <a:lnSpc>
                <a:spcPct val="100000"/>
              </a:lnSpc>
              <a:buClrTx/>
              <a:buSzTx/>
              <a:buFontTx/>
              <a:buNone/>
              <a:defRPr sz="1900">
                <a:solidFill>
                  <a:srgbClr val="6B889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indent="228600" algn="ctr">
              <a:lnSpc>
                <a:spcPct val="100000"/>
              </a:lnSpc>
              <a:buClrTx/>
              <a:buSzTx/>
              <a:buFontTx/>
              <a:buNone/>
              <a:defRPr sz="1900">
                <a:solidFill>
                  <a:srgbClr val="6B889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indent="228600" algn="ctr">
              <a:lnSpc>
                <a:spcPct val="100000"/>
              </a:lnSpc>
              <a:buClrTx/>
              <a:buSzTx/>
              <a:buFontTx/>
              <a:buNone/>
              <a:defRPr sz="1900">
                <a:solidFill>
                  <a:srgbClr val="6B889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Google Shape;50;p29"/>
          <p:cNvSpPr txBox="1">
            <a:spLocks noGrp="1"/>
          </p:cNvSpPr>
          <p:nvPr>
            <p:ph type="body" sz="quarter" idx="21"/>
          </p:nvPr>
        </p:nvSpPr>
        <p:spPr>
          <a:xfrm>
            <a:off x="1583436" y="3143250"/>
            <a:ext cx="4270248" cy="2596776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buClr>
                <a:schemeClr val="accent2"/>
              </a:buClr>
              <a:buSzPts val="1800"/>
              <a:defRPr sz="1800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59" name="Google Shape;51;p29"/>
          <p:cNvSpPr txBox="1">
            <a:spLocks noGrp="1"/>
          </p:cNvSpPr>
          <p:nvPr>
            <p:ph type="body" sz="quarter" idx="22"/>
          </p:nvPr>
        </p:nvSpPr>
        <p:spPr>
          <a:xfrm>
            <a:off x="6338315" y="3143250"/>
            <a:ext cx="4253486" cy="2596776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buClr>
                <a:schemeClr val="accent2"/>
              </a:buClr>
              <a:buSzPts val="1800"/>
              <a:defRPr sz="1800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60" name="Google Shape;52;p29"/>
          <p:cNvSpPr txBox="1">
            <a:spLocks noGrp="1"/>
          </p:cNvSpPr>
          <p:nvPr>
            <p:ph type="body" sz="quarter" idx="23"/>
          </p:nvPr>
        </p:nvSpPr>
        <p:spPr>
          <a:xfrm>
            <a:off x="6338315" y="2313432"/>
            <a:ext cx="4270250" cy="704090"/>
          </a:xfrm>
          <a:prstGeom prst="rect">
            <a:avLst/>
          </a:prstGeom>
        </p:spPr>
        <p:txBody>
          <a:bodyPr anchor="b"/>
          <a:lstStyle/>
          <a:p>
            <a:pPr>
              <a:lnSpc>
                <a:spcPct val="100000"/>
              </a:lnSpc>
              <a:buClr>
                <a:schemeClr val="accent2"/>
              </a:buClr>
              <a:buSzPts val="1800"/>
              <a:defRPr sz="1800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61" name="Title Text"/>
          <p:cNvSpPr txBox="1">
            <a:spLocks noGrp="1"/>
          </p:cNvSpPr>
          <p:nvPr>
            <p:ph type="title"/>
          </p:nvPr>
        </p:nvSpPr>
        <p:spPr>
          <a:xfrm>
            <a:off x="2231134" y="964691"/>
            <a:ext cx="7729731" cy="1188722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lIns="182875" tIns="182875" rIns="182875" bIns="182875"/>
          <a:lstStyle>
            <a:lvl1pPr algn="ctr">
              <a:defRPr sz="2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r>
              <a:t>Title Text</a:t>
            </a:r>
          </a:p>
        </p:txBody>
      </p:sp>
      <p:sp>
        <p:nvSpPr>
          <p:cNvPr id="6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758922" y="6299975"/>
            <a:ext cx="365762" cy="201651"/>
          </a:xfrm>
          <a:prstGeom prst="rect">
            <a:avLst/>
          </a:prstGeom>
          <a:solidFill>
            <a:srgbClr val="1D1D1D">
              <a:alpha val="69803"/>
            </a:srgbClr>
          </a:solidFill>
        </p:spPr>
        <p:txBody>
          <a:bodyPr wrap="square" lIns="18275" tIns="18275" rIns="18275" bIns="18275"/>
          <a:lstStyle>
            <a:lvl1pPr algn="ctr">
              <a:defRPr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ONLY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itle Text"/>
          <p:cNvSpPr txBox="1">
            <a:spLocks noGrp="1"/>
          </p:cNvSpPr>
          <p:nvPr>
            <p:ph type="title"/>
          </p:nvPr>
        </p:nvSpPr>
        <p:spPr>
          <a:xfrm>
            <a:off x="2231134" y="964691"/>
            <a:ext cx="7729731" cy="1188722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lIns="182875" tIns="182875" rIns="182875" bIns="182875"/>
          <a:lstStyle>
            <a:lvl1pPr algn="ctr">
              <a:defRPr sz="2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r>
              <a:t>Title Text</a:t>
            </a:r>
          </a:p>
        </p:txBody>
      </p:sp>
      <p:sp>
        <p:nvSpPr>
          <p:cNvPr id="7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758922" y="6299975"/>
            <a:ext cx="365762" cy="201651"/>
          </a:xfrm>
          <a:prstGeom prst="rect">
            <a:avLst/>
          </a:prstGeom>
          <a:solidFill>
            <a:srgbClr val="1D1D1D">
              <a:alpha val="69803"/>
            </a:srgbClr>
          </a:solidFill>
        </p:spPr>
        <p:txBody>
          <a:bodyPr wrap="square" lIns="18275" tIns="18275" rIns="18275" bIns="18275"/>
          <a:lstStyle>
            <a:lvl1pPr algn="ctr">
              <a:defRPr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758922" y="6299975"/>
            <a:ext cx="365762" cy="201651"/>
          </a:xfrm>
          <a:prstGeom prst="rect">
            <a:avLst/>
          </a:prstGeom>
          <a:solidFill>
            <a:srgbClr val="1D1D1D">
              <a:alpha val="69803"/>
            </a:srgbClr>
          </a:solidFill>
        </p:spPr>
        <p:txBody>
          <a:bodyPr wrap="square" lIns="18275" tIns="18275" rIns="18275" bIns="18275"/>
          <a:lstStyle>
            <a:lvl1pPr algn="ctr">
              <a:defRPr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BJECT_WITH_CAPTION_TEXT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67;p32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sp>
        <p:nvSpPr>
          <p:cNvPr id="85" name="Title Text"/>
          <p:cNvSpPr txBox="1">
            <a:spLocks noGrp="1"/>
          </p:cNvSpPr>
          <p:nvPr>
            <p:ph type="title"/>
          </p:nvPr>
        </p:nvSpPr>
        <p:spPr>
          <a:xfrm>
            <a:off x="804672" y="2243826"/>
            <a:ext cx="4486656" cy="1141499"/>
          </a:xfrm>
          <a:prstGeom prst="rect">
            <a:avLst/>
          </a:prstGeom>
          <a:solidFill>
            <a:srgbClr val="FFFFFF"/>
          </a:solidFill>
          <a:ln w="9525">
            <a:solidFill>
              <a:srgbClr val="404040"/>
            </a:solidFill>
            <a:round/>
          </a:ln>
        </p:spPr>
        <p:txBody>
          <a:bodyPr lIns="182875" tIns="182875" rIns="182875" bIns="182875"/>
          <a:lstStyle>
            <a:lvl1pPr algn="ctr">
              <a:defRPr sz="22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r>
              <a:t>Title Text</a:t>
            </a:r>
          </a:p>
        </p:txBody>
      </p:sp>
      <p:sp>
        <p:nvSpPr>
          <p:cNvPr id="8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736080" y="804672"/>
            <a:ext cx="4815842" cy="5248656"/>
          </a:xfrm>
          <a:prstGeom prst="rect">
            <a:avLst/>
          </a:prstGeom>
        </p:spPr>
        <p:txBody>
          <a:bodyPr/>
          <a:lstStyle>
            <a:lvl1pPr indent="-349250">
              <a:lnSpc>
                <a:spcPct val="100000"/>
              </a:lnSpc>
              <a:buClr>
                <a:schemeClr val="accent2"/>
              </a:buClr>
              <a:buSzPts val="1900"/>
              <a:defRPr sz="1900">
                <a:latin typeface="Gill Sans"/>
                <a:ea typeface="Gill Sans"/>
                <a:cs typeface="Gill Sans"/>
                <a:sym typeface="Gill Sans"/>
              </a:defRPr>
            </a:lvl1pPr>
            <a:lvl2pPr marL="976312" indent="-392112">
              <a:lnSpc>
                <a:spcPct val="100000"/>
              </a:lnSpc>
              <a:buClr>
                <a:schemeClr val="accent2"/>
              </a:buClr>
              <a:buSzPts val="1900"/>
              <a:defRPr sz="1900">
                <a:latin typeface="Gill Sans"/>
                <a:ea typeface="Gill Sans"/>
                <a:cs typeface="Gill Sans"/>
                <a:sym typeface="Gill Sans"/>
              </a:defRPr>
            </a:lvl2pPr>
            <a:lvl3pPr marL="1433512" indent="-392112">
              <a:lnSpc>
                <a:spcPct val="100000"/>
              </a:lnSpc>
              <a:buClr>
                <a:schemeClr val="accent2"/>
              </a:buClr>
              <a:buSzPts val="1900"/>
              <a:defRPr sz="1900">
                <a:latin typeface="Gill Sans"/>
                <a:ea typeface="Gill Sans"/>
                <a:cs typeface="Gill Sans"/>
                <a:sym typeface="Gill Sans"/>
              </a:defRPr>
            </a:lvl3pPr>
            <a:lvl4pPr marL="1890711" indent="-392112">
              <a:lnSpc>
                <a:spcPct val="100000"/>
              </a:lnSpc>
              <a:buClr>
                <a:schemeClr val="accent2"/>
              </a:buClr>
              <a:buSzPts val="1900"/>
              <a:defRPr sz="1900">
                <a:latin typeface="Gill Sans"/>
                <a:ea typeface="Gill Sans"/>
                <a:cs typeface="Gill Sans"/>
                <a:sym typeface="Gill Sans"/>
              </a:defRPr>
            </a:lvl4pPr>
            <a:lvl5pPr marL="2347911" indent="-392111">
              <a:lnSpc>
                <a:spcPct val="100000"/>
              </a:lnSpc>
              <a:buClr>
                <a:schemeClr val="accent2"/>
              </a:buClr>
              <a:buSzPts val="1900"/>
              <a:defRPr sz="1900"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7" name="Google Shape;70;p32"/>
          <p:cNvSpPr txBox="1">
            <a:spLocks noGrp="1"/>
          </p:cNvSpPr>
          <p:nvPr>
            <p:ph type="body" sz="quarter" idx="21"/>
          </p:nvPr>
        </p:nvSpPr>
        <p:spPr>
          <a:xfrm>
            <a:off x="1115566" y="3549917"/>
            <a:ext cx="3794761" cy="2194038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buClr>
                <a:schemeClr val="accent2"/>
              </a:buClr>
              <a:buSzPts val="1800"/>
              <a:defRPr sz="1800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8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758922" y="6299975"/>
            <a:ext cx="365762" cy="201651"/>
          </a:xfrm>
          <a:prstGeom prst="rect">
            <a:avLst/>
          </a:prstGeom>
          <a:solidFill>
            <a:srgbClr val="1D1D1D">
              <a:alpha val="69803"/>
            </a:srgbClr>
          </a:solidFill>
        </p:spPr>
        <p:txBody>
          <a:bodyPr wrap="square" lIns="18275" tIns="18275" rIns="18275" bIns="18275"/>
          <a:lstStyle>
            <a:lvl1pPr algn="ctr">
              <a:defRPr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_WITH_CAPTION_TEXT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75;p33"/>
          <p:cNvSpPr/>
          <p:nvPr/>
        </p:nvSpPr>
        <p:spPr>
          <a:xfrm>
            <a:off x="-2" y="0"/>
            <a:ext cx="6096003" cy="68580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sp>
        <p:nvSpPr>
          <p:cNvPr id="96" name="Title Text"/>
          <p:cNvSpPr txBox="1">
            <a:spLocks noGrp="1"/>
          </p:cNvSpPr>
          <p:nvPr>
            <p:ph type="title"/>
          </p:nvPr>
        </p:nvSpPr>
        <p:spPr>
          <a:xfrm>
            <a:off x="808522" y="2243826"/>
            <a:ext cx="4495001" cy="1134643"/>
          </a:xfrm>
          <a:prstGeom prst="rect">
            <a:avLst/>
          </a:prstGeom>
          <a:solidFill>
            <a:srgbClr val="FFFFFF"/>
          </a:solidFill>
          <a:ln w="9525">
            <a:solidFill>
              <a:srgbClr val="404040"/>
            </a:solidFill>
            <a:round/>
          </a:ln>
        </p:spPr>
        <p:txBody>
          <a:bodyPr lIns="182875" tIns="182875" rIns="182875" bIns="182875"/>
          <a:lstStyle>
            <a:lvl1pPr algn="ctr">
              <a:defRPr sz="22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r>
              <a:t>Title Text</a:t>
            </a:r>
          </a:p>
        </p:txBody>
      </p:sp>
      <p:sp>
        <p:nvSpPr>
          <p:cNvPr id="97" name="Google Shape;77;p33"/>
          <p:cNvSpPr>
            <a:spLocks noGrp="1"/>
          </p:cNvSpPr>
          <p:nvPr>
            <p:ph type="pic" idx="21"/>
          </p:nvPr>
        </p:nvSpPr>
        <p:spPr>
          <a:xfrm>
            <a:off x="6095998" y="0"/>
            <a:ext cx="6102099" cy="685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9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115566" y="3549917"/>
            <a:ext cx="3794762" cy="2194039"/>
          </a:xfrm>
          <a:prstGeom prst="rect">
            <a:avLst/>
          </a:prstGeom>
        </p:spPr>
        <p:txBody>
          <a:bodyPr/>
          <a:lstStyle>
            <a:lvl1pPr marL="0" indent="228600" algn="ctr">
              <a:lnSpc>
                <a:spcPct val="100000"/>
              </a:lnSpc>
              <a:buClrTx/>
              <a:buSzTx/>
              <a:buFontTx/>
              <a:buNone/>
              <a:defRPr sz="15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indent="228600" algn="ctr">
              <a:lnSpc>
                <a:spcPct val="100000"/>
              </a:lnSpc>
              <a:buClrTx/>
              <a:buSzTx/>
              <a:buFontTx/>
              <a:buNone/>
              <a:defRPr sz="15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indent="228600" algn="ctr">
              <a:lnSpc>
                <a:spcPct val="100000"/>
              </a:lnSpc>
              <a:buClrTx/>
              <a:buSzTx/>
              <a:buFontTx/>
              <a:buNone/>
              <a:defRPr sz="15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indent="228600" algn="ctr">
              <a:lnSpc>
                <a:spcPct val="100000"/>
              </a:lnSpc>
              <a:buClrTx/>
              <a:buSzTx/>
              <a:buFontTx/>
              <a:buNone/>
              <a:defRPr sz="15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indent="228600" algn="ctr">
              <a:lnSpc>
                <a:spcPct val="100000"/>
              </a:lnSpc>
              <a:buClrTx/>
              <a:buSzTx/>
              <a:buFontTx/>
              <a:buNone/>
              <a:defRPr sz="15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758922" y="6299975"/>
            <a:ext cx="365762" cy="201651"/>
          </a:xfrm>
          <a:prstGeom prst="rect">
            <a:avLst/>
          </a:prstGeom>
          <a:solidFill>
            <a:srgbClr val="1D1D1D">
              <a:alpha val="69803"/>
            </a:srgbClr>
          </a:solidFill>
        </p:spPr>
        <p:txBody>
          <a:bodyPr wrap="square" lIns="18275" tIns="18275" rIns="18275" bIns="18275"/>
          <a:lstStyle>
            <a:lvl1pPr algn="ctr">
              <a:defRPr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_TEXT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itle Text"/>
          <p:cNvSpPr txBox="1">
            <a:spLocks noGrp="1"/>
          </p:cNvSpPr>
          <p:nvPr>
            <p:ph type="title"/>
          </p:nvPr>
        </p:nvSpPr>
        <p:spPr>
          <a:xfrm>
            <a:off x="2231134" y="964691"/>
            <a:ext cx="7729731" cy="1188722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lIns="182875" tIns="182875" rIns="182875" bIns="182875"/>
          <a:lstStyle>
            <a:lvl1pPr algn="ctr">
              <a:defRPr sz="2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r>
              <a:t>Title Text</a:t>
            </a:r>
          </a:p>
        </p:txBody>
      </p:sp>
      <p:sp>
        <p:nvSpPr>
          <p:cNvPr id="107" name="Body Level One…"/>
          <p:cNvSpPr txBox="1">
            <a:spLocks noGrp="1"/>
          </p:cNvSpPr>
          <p:nvPr>
            <p:ph type="body" sz="half" idx="1"/>
          </p:nvPr>
        </p:nvSpPr>
        <p:spPr>
          <a:xfrm rot="5400000">
            <a:off x="4545009" y="324172"/>
            <a:ext cx="3101983" cy="772972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Clr>
                <a:schemeClr val="accent2"/>
              </a:buClr>
              <a:buSzPts val="1800"/>
              <a:defRPr sz="1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57262" indent="-385762">
              <a:lnSpc>
                <a:spcPct val="100000"/>
              </a:lnSpc>
              <a:buClr>
                <a:schemeClr val="accent2"/>
              </a:buClr>
              <a:buSzPts val="1800"/>
              <a:defRPr sz="1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414462" indent="-385762">
              <a:lnSpc>
                <a:spcPct val="100000"/>
              </a:lnSpc>
              <a:buClr>
                <a:schemeClr val="accent2"/>
              </a:buClr>
              <a:buSzPts val="1800"/>
              <a:defRPr sz="1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71661" indent="-385762">
              <a:lnSpc>
                <a:spcPct val="100000"/>
              </a:lnSpc>
              <a:buClr>
                <a:schemeClr val="accent2"/>
              </a:buClr>
              <a:buSzPts val="1800"/>
              <a:defRPr sz="1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328861" indent="-385761">
              <a:lnSpc>
                <a:spcPct val="100000"/>
              </a:lnSpc>
              <a:buClr>
                <a:schemeClr val="accent2"/>
              </a:buClr>
              <a:buSzPts val="1800"/>
              <a:defRPr sz="1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758922" y="6299975"/>
            <a:ext cx="365762" cy="201651"/>
          </a:xfrm>
          <a:prstGeom prst="rect">
            <a:avLst/>
          </a:prstGeom>
          <a:solidFill>
            <a:srgbClr val="1D1D1D">
              <a:alpha val="69803"/>
            </a:srgbClr>
          </a:solidFill>
        </p:spPr>
        <p:txBody>
          <a:bodyPr wrap="square" lIns="18275" tIns="18275" rIns="18275" bIns="18275"/>
          <a:lstStyle>
            <a:lvl1pPr algn="ctr">
              <a:defRPr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_TITLE_AND_VERTICAL_TEXT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itle Text"/>
          <p:cNvSpPr txBox="1">
            <a:spLocks noGrp="1"/>
          </p:cNvSpPr>
          <p:nvPr>
            <p:ph type="title"/>
          </p:nvPr>
        </p:nvSpPr>
        <p:spPr>
          <a:xfrm rot="5400000">
            <a:off x="6810674" y="2779696"/>
            <a:ext cx="4983483" cy="129861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lIns="182875" tIns="182875" rIns="182875" bIns="182875"/>
          <a:lstStyle>
            <a:lvl1pPr algn="ctr">
              <a:defRPr sz="2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r>
              <a:t>Title Text</a:t>
            </a:r>
          </a:p>
        </p:txBody>
      </p:sp>
      <p:sp>
        <p:nvSpPr>
          <p:cNvPr id="116" name="Body Level One…"/>
          <p:cNvSpPr txBox="1">
            <a:spLocks noGrp="1"/>
          </p:cNvSpPr>
          <p:nvPr>
            <p:ph type="body" sz="half" idx="1"/>
          </p:nvPr>
        </p:nvSpPr>
        <p:spPr>
          <a:xfrm rot="5400000">
            <a:off x="2838641" y="329756"/>
            <a:ext cx="4983480" cy="619849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Clr>
                <a:schemeClr val="accent2"/>
              </a:buClr>
              <a:buSzPts val="1800"/>
              <a:defRPr sz="1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57262" indent="-385762">
              <a:lnSpc>
                <a:spcPct val="100000"/>
              </a:lnSpc>
              <a:buClr>
                <a:schemeClr val="accent2"/>
              </a:buClr>
              <a:buSzPts val="1800"/>
              <a:defRPr sz="1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414462" indent="-385762">
              <a:lnSpc>
                <a:spcPct val="100000"/>
              </a:lnSpc>
              <a:buClr>
                <a:schemeClr val="accent2"/>
              </a:buClr>
              <a:buSzPts val="1800"/>
              <a:defRPr sz="1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71661" indent="-385762">
              <a:lnSpc>
                <a:spcPct val="100000"/>
              </a:lnSpc>
              <a:buClr>
                <a:schemeClr val="accent2"/>
              </a:buClr>
              <a:buSzPts val="1800"/>
              <a:defRPr sz="1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328861" indent="-385761">
              <a:lnSpc>
                <a:spcPct val="100000"/>
              </a:lnSpc>
              <a:buClr>
                <a:schemeClr val="accent2"/>
              </a:buClr>
              <a:buSzPts val="1800"/>
              <a:defRPr sz="1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758922" y="6299975"/>
            <a:ext cx="365762" cy="201651"/>
          </a:xfrm>
          <a:prstGeom prst="rect">
            <a:avLst/>
          </a:prstGeom>
          <a:solidFill>
            <a:srgbClr val="1D1D1D">
              <a:alpha val="69803"/>
            </a:srgbClr>
          </a:solidFill>
        </p:spPr>
        <p:txBody>
          <a:bodyPr wrap="square" lIns="18275" tIns="18275" rIns="18275" bIns="18275"/>
          <a:lstStyle>
            <a:lvl1pPr algn="ctr">
              <a:defRPr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95;p36" descr="Google Shape;95;p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5" name="Google Shape;101;p37" descr="Google Shape;101;p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6" name="Google Shape;102;p37" descr="Google Shape;102;p3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3200" y="152400"/>
            <a:ext cx="711200" cy="687388"/>
          </a:xfrm>
          <a:prstGeom prst="rect">
            <a:avLst/>
          </a:prstGeom>
          <a:ln w="12700">
            <a:miter lim="400000"/>
          </a:ln>
        </p:spPr>
      </p:pic>
      <p:sp>
        <p:nvSpPr>
          <p:cNvPr id="127" name="Title Text"/>
          <p:cNvSpPr txBox="1">
            <a:spLocks noGrp="1"/>
          </p:cNvSpPr>
          <p:nvPr>
            <p:ph type="title"/>
          </p:nvPr>
        </p:nvSpPr>
        <p:spPr>
          <a:xfrm>
            <a:off x="914400" y="3657603"/>
            <a:ext cx="10363200" cy="646333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sz="3200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Title Text</a:t>
            </a:r>
          </a:p>
        </p:txBody>
      </p:sp>
      <p:sp>
        <p:nvSpPr>
          <p:cNvPr id="12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914400" y="4415142"/>
            <a:ext cx="10363200" cy="461667"/>
          </a:xfrm>
          <a:prstGeom prst="rect">
            <a:avLst/>
          </a:prstGeom>
        </p:spPr>
        <p:txBody>
          <a:bodyPr/>
          <a:lstStyle>
            <a:lvl1pPr marL="304800" indent="-228600" algn="ctr">
              <a:lnSpc>
                <a:spcPct val="100000"/>
              </a:lnSpc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7F7F7F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304800" indent="76200" algn="ctr">
              <a:lnSpc>
                <a:spcPct val="100000"/>
              </a:lnSpc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7F7F7F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304800" indent="76200" algn="ctr">
              <a:lnSpc>
                <a:spcPct val="100000"/>
              </a:lnSpc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7F7F7F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304800" indent="76200" algn="ctr">
              <a:lnSpc>
                <a:spcPct val="100000"/>
              </a:lnSpc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7F7F7F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304800" indent="76200" algn="ctr">
              <a:lnSpc>
                <a:spcPct val="100000"/>
              </a:lnSpc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7F7F7F"/>
                </a:solidFill>
                <a:latin typeface="+mn-lt"/>
                <a:ea typeface="+mn-ea"/>
                <a:cs typeface="+mn-cs"/>
                <a:sym typeface="Arial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737600" y="6255525"/>
            <a:ext cx="2844800" cy="201651"/>
          </a:xfrm>
          <a:prstGeom prst="rect">
            <a:avLst/>
          </a:prstGeom>
          <a:solidFill>
            <a:srgbClr val="1D1D1D">
              <a:alpha val="69803"/>
            </a:srgbClr>
          </a:solidFill>
        </p:spPr>
        <p:txBody>
          <a:bodyPr wrap="square" lIns="18275" tIns="18275" rIns="18275" bIns="18275"/>
          <a:lstStyle>
            <a:lvl1pPr algn="ctr">
              <a:defRPr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95;p36" descr="Google Shape;95;p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Title Text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800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Title Text</a:t>
            </a:r>
          </a:p>
        </p:txBody>
      </p:sp>
      <p:sp>
        <p:nvSpPr>
          <p:cNvPr id="138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396240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buSzPts val="2400"/>
              <a:defRPr sz="2400">
                <a:latin typeface="+mn-lt"/>
                <a:ea typeface="+mn-ea"/>
                <a:cs typeface="+mn-cs"/>
                <a:sym typeface="Arial"/>
              </a:defRPr>
            </a:lvl1pPr>
            <a:lvl2pPr marL="982980" indent="-411480">
              <a:lnSpc>
                <a:spcPct val="100000"/>
              </a:lnSpc>
              <a:spcBef>
                <a:spcPts val="300"/>
              </a:spcBef>
              <a:buSzPts val="2400"/>
              <a:buChar char="–"/>
              <a:defRPr sz="2400">
                <a:latin typeface="+mn-lt"/>
                <a:ea typeface="+mn-ea"/>
                <a:cs typeface="+mn-cs"/>
                <a:sym typeface="Arial"/>
              </a:defRPr>
            </a:lvl2pPr>
            <a:lvl3pPr marL="1485900" indent="-457200">
              <a:lnSpc>
                <a:spcPct val="100000"/>
              </a:lnSpc>
              <a:spcBef>
                <a:spcPts val="300"/>
              </a:spcBef>
              <a:buSzPts val="2400"/>
              <a:defRPr sz="2400">
                <a:latin typeface="+mn-lt"/>
                <a:ea typeface="+mn-ea"/>
                <a:cs typeface="+mn-cs"/>
                <a:sym typeface="Arial"/>
              </a:defRPr>
            </a:lvl3pPr>
            <a:lvl4pPr marL="2000250" indent="-514350">
              <a:lnSpc>
                <a:spcPct val="100000"/>
              </a:lnSpc>
              <a:spcBef>
                <a:spcPts val="300"/>
              </a:spcBef>
              <a:buSzPts val="2400"/>
              <a:buChar char="–"/>
              <a:defRPr sz="2400">
                <a:latin typeface="+mn-lt"/>
                <a:ea typeface="+mn-ea"/>
                <a:cs typeface="+mn-cs"/>
                <a:sym typeface="Arial"/>
              </a:defRPr>
            </a:lvl4pPr>
            <a:lvl5pPr marL="2457450" indent="-514350">
              <a:lnSpc>
                <a:spcPct val="100000"/>
              </a:lnSpc>
              <a:spcBef>
                <a:spcPts val="300"/>
              </a:spcBef>
              <a:buSzPts val="2400"/>
              <a:buChar char="»"/>
              <a:defRPr sz="2400">
                <a:latin typeface="+mn-lt"/>
                <a:ea typeface="+mn-ea"/>
                <a:cs typeface="+mn-cs"/>
                <a:sym typeface="Arial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737600" y="6255525"/>
            <a:ext cx="2844800" cy="201651"/>
          </a:xfrm>
          <a:prstGeom prst="rect">
            <a:avLst/>
          </a:prstGeom>
          <a:solidFill>
            <a:srgbClr val="1D1D1D">
              <a:alpha val="69803"/>
            </a:srgbClr>
          </a:solidFill>
        </p:spPr>
        <p:txBody>
          <a:bodyPr wrap="square" lIns="18275" tIns="18275" rIns="18275" bIns="18275"/>
          <a:lstStyle>
            <a:lvl1pPr algn="ctr">
              <a:defRPr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95;p36" descr="Google Shape;95;p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737600" y="6255525"/>
            <a:ext cx="2844800" cy="201651"/>
          </a:xfrm>
          <a:prstGeom prst="rect">
            <a:avLst/>
          </a:prstGeom>
          <a:solidFill>
            <a:srgbClr val="1D1D1D">
              <a:alpha val="69803"/>
            </a:srgbClr>
          </a:solidFill>
        </p:spPr>
        <p:txBody>
          <a:bodyPr wrap="square" lIns="18275" tIns="18275" rIns="18275" bIns="18275"/>
          <a:lstStyle>
            <a:lvl1pPr algn="ctr">
              <a:defRPr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5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4"/>
          </a:xfrm>
          <a:prstGeom prst="rect">
            <a:avLst/>
          </a:prstGeom>
        </p:spPr>
        <p:txBody>
          <a:bodyPr/>
          <a:lstStyle>
            <a:lvl1pPr marL="355600" indent="-304800" algn="ctr">
              <a:buClrTx/>
              <a:buSzTx/>
              <a:buFontTx/>
              <a:buNone/>
              <a:defRPr sz="2400"/>
            </a:lvl1pPr>
            <a:lvl2pPr marL="355600" indent="50800" algn="ctr">
              <a:buClrTx/>
              <a:buSzTx/>
              <a:buFontTx/>
              <a:buNone/>
              <a:defRPr sz="2400"/>
            </a:lvl2pPr>
            <a:lvl3pPr marL="355600" indent="50800" algn="ctr">
              <a:buClrTx/>
              <a:buSzTx/>
              <a:buFontTx/>
              <a:buNone/>
              <a:defRPr sz="2400"/>
            </a:lvl3pPr>
            <a:lvl4pPr marL="355600" indent="50800" algn="ctr">
              <a:buClrTx/>
              <a:buSzTx/>
              <a:buFontTx/>
              <a:buNone/>
              <a:defRPr sz="2400"/>
            </a:lvl4pPr>
            <a:lvl5pPr marL="355600" indent="50800" algn="ctr">
              <a:buClrTx/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64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itle Text"/>
          <p:cNvSpPr txBox="1">
            <a:spLocks noGrp="1"/>
          </p:cNvSpPr>
          <p:nvPr>
            <p:ph type="title"/>
          </p:nvPr>
        </p:nvSpPr>
        <p:spPr>
          <a:xfrm>
            <a:off x="831850" y="1709740"/>
            <a:ext cx="10515601" cy="285274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7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7"/>
            <a:ext cx="10515601" cy="1500189"/>
          </a:xfrm>
          <a:prstGeom prst="rect">
            <a:avLst/>
          </a:prstGeom>
        </p:spPr>
        <p:txBody>
          <a:bodyPr/>
          <a:lstStyle>
            <a:lvl1pPr marL="0" indent="22860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22860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22860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22860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22860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8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3" name="Google Shape;136;p44"/>
          <p:cNvSpPr txBox="1">
            <a:spLocks noGrp="1"/>
          </p:cNvSpPr>
          <p:nvPr>
            <p:ph type="body" sz="half" idx="21"/>
          </p:nvPr>
        </p:nvSpPr>
        <p:spPr>
          <a:xfrm>
            <a:off x="6172201" y="1825625"/>
            <a:ext cx="5181602" cy="4351338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buClr>
                <a:schemeClr val="accent2"/>
              </a:buClr>
              <a:buSzPts val="1800"/>
              <a:defRPr sz="1800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1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Title Text"/>
          <p:cNvSpPr txBox="1">
            <a:spLocks noGrp="1"/>
          </p:cNvSpPr>
          <p:nvPr>
            <p:ph type="title"/>
          </p:nvPr>
        </p:nvSpPr>
        <p:spPr>
          <a:xfrm>
            <a:off x="839787" y="365128"/>
            <a:ext cx="10515604" cy="1325564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9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91" cy="823914"/>
          </a:xfrm>
          <a:prstGeom prst="rect">
            <a:avLst/>
          </a:prstGeom>
        </p:spPr>
        <p:txBody>
          <a:bodyPr anchor="b"/>
          <a:lstStyle>
            <a:lvl1pPr marL="0" indent="228600">
              <a:buClrTx/>
              <a:buSzTx/>
              <a:buFontTx/>
              <a:buNone/>
              <a:defRPr sz="2400" b="1"/>
            </a:lvl1pPr>
            <a:lvl2pPr marL="0" indent="228600">
              <a:buClrTx/>
              <a:buSzTx/>
              <a:buFontTx/>
              <a:buNone/>
              <a:defRPr sz="2400" b="1"/>
            </a:lvl2pPr>
            <a:lvl3pPr marL="0" indent="228600">
              <a:buClrTx/>
              <a:buSzTx/>
              <a:buFontTx/>
              <a:buNone/>
              <a:defRPr sz="2400" b="1"/>
            </a:lvl3pPr>
            <a:lvl4pPr marL="0" indent="228600">
              <a:buClrTx/>
              <a:buSzTx/>
              <a:buFontTx/>
              <a:buNone/>
              <a:defRPr sz="2400" b="1"/>
            </a:lvl4pPr>
            <a:lvl5pPr marL="0" indent="228600">
              <a:buClrTx/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3" name="Google Shape;143;p45"/>
          <p:cNvSpPr txBox="1">
            <a:spLocks noGrp="1"/>
          </p:cNvSpPr>
          <p:nvPr>
            <p:ph type="body" sz="half" idx="21"/>
          </p:nvPr>
        </p:nvSpPr>
        <p:spPr>
          <a:xfrm>
            <a:off x="839787" y="2505075"/>
            <a:ext cx="5157791" cy="3684588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buClr>
                <a:schemeClr val="accent2"/>
              </a:buClr>
              <a:buSzPts val="1800"/>
              <a:defRPr sz="1800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194" name="Google Shape;144;p45"/>
          <p:cNvSpPr txBox="1">
            <a:spLocks noGrp="1"/>
          </p:cNvSpPr>
          <p:nvPr>
            <p:ph type="body" sz="quarter" idx="22"/>
          </p:nvPr>
        </p:nvSpPr>
        <p:spPr>
          <a:xfrm>
            <a:off x="6172201" y="1681163"/>
            <a:ext cx="5183190" cy="823914"/>
          </a:xfrm>
          <a:prstGeom prst="rect">
            <a:avLst/>
          </a:prstGeom>
        </p:spPr>
        <p:txBody>
          <a:bodyPr anchor="b"/>
          <a:lstStyle/>
          <a:p>
            <a:pPr>
              <a:lnSpc>
                <a:spcPct val="100000"/>
              </a:lnSpc>
              <a:buClr>
                <a:schemeClr val="accent2"/>
              </a:buClr>
              <a:buSzPts val="1800"/>
              <a:defRPr sz="1800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195" name="Google Shape;145;p45"/>
          <p:cNvSpPr txBox="1">
            <a:spLocks noGrp="1"/>
          </p:cNvSpPr>
          <p:nvPr>
            <p:ph type="body" sz="half" idx="23"/>
          </p:nvPr>
        </p:nvSpPr>
        <p:spPr>
          <a:xfrm>
            <a:off x="6172201" y="2505075"/>
            <a:ext cx="5183190" cy="3684588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buClr>
                <a:schemeClr val="accent2"/>
              </a:buClr>
              <a:buSzPts val="1800"/>
              <a:defRPr sz="1800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19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0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itle Text"/>
          <p:cNvSpPr txBox="1">
            <a:spLocks noGrp="1"/>
          </p:cNvSpPr>
          <p:nvPr>
            <p:ph type="title"/>
          </p:nvPr>
        </p:nvSpPr>
        <p:spPr>
          <a:xfrm>
            <a:off x="839790" y="457200"/>
            <a:ext cx="393224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21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8"/>
            <a:ext cx="6172202" cy="4873627"/>
          </a:xfrm>
          <a:prstGeom prst="rect">
            <a:avLst/>
          </a:prstGeom>
        </p:spPr>
        <p:txBody>
          <a:bodyPr/>
          <a:lstStyle>
            <a:lvl1pPr indent="-431800">
              <a:buSzPts val="3200"/>
              <a:defRPr sz="3200"/>
            </a:lvl1pPr>
            <a:lvl2pPr marL="972457" indent="-464457">
              <a:buSzPts val="3200"/>
              <a:defRPr sz="3200"/>
            </a:lvl2pPr>
            <a:lvl3pPr marL="1498600" indent="-508000">
              <a:buSzPts val="3200"/>
              <a:defRPr sz="3200"/>
            </a:lvl3pPr>
            <a:lvl4pPr marL="2042160" indent="-568960">
              <a:buSzPts val="3200"/>
              <a:defRPr sz="3200"/>
            </a:lvl4pPr>
            <a:lvl5pPr marL="2499360" indent="-568960">
              <a:buSzPts val="3200"/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0" name="Google Shape;161;p48"/>
          <p:cNvSpPr txBox="1">
            <a:spLocks noGrp="1"/>
          </p:cNvSpPr>
          <p:nvPr>
            <p:ph type="body" sz="quarter" idx="21"/>
          </p:nvPr>
        </p:nvSpPr>
        <p:spPr>
          <a:xfrm>
            <a:off x="839789" y="2057400"/>
            <a:ext cx="3932241" cy="3811588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buClr>
                <a:schemeClr val="accent2"/>
              </a:buClr>
              <a:buSzPts val="1800"/>
              <a:defRPr sz="1800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22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Title Text"/>
          <p:cNvSpPr txBox="1">
            <a:spLocks noGrp="1"/>
          </p:cNvSpPr>
          <p:nvPr>
            <p:ph type="title"/>
          </p:nvPr>
        </p:nvSpPr>
        <p:spPr>
          <a:xfrm>
            <a:off x="839790" y="457200"/>
            <a:ext cx="393224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229" name="Google Shape;167;p49"/>
          <p:cNvSpPr>
            <a:spLocks noGrp="1"/>
          </p:cNvSpPr>
          <p:nvPr>
            <p:ph type="pic" sz="half" idx="21"/>
          </p:nvPr>
        </p:nvSpPr>
        <p:spPr>
          <a:xfrm>
            <a:off x="5183187" y="987428"/>
            <a:ext cx="6172202" cy="487362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90" y="2057400"/>
            <a:ext cx="3932240" cy="3811588"/>
          </a:xfrm>
          <a:prstGeom prst="rect">
            <a:avLst/>
          </a:prstGeom>
        </p:spPr>
        <p:txBody>
          <a:bodyPr/>
          <a:lstStyle>
            <a:lvl1pPr marL="0" indent="228600">
              <a:buClrTx/>
              <a:buSzTx/>
              <a:buFontTx/>
              <a:buNone/>
              <a:defRPr sz="1600"/>
            </a:lvl1pPr>
            <a:lvl2pPr marL="0" indent="228600">
              <a:buClrTx/>
              <a:buSzTx/>
              <a:buFontTx/>
              <a:buNone/>
              <a:defRPr sz="1600"/>
            </a:lvl2pPr>
            <a:lvl3pPr marL="0" indent="228600">
              <a:buClrTx/>
              <a:buSzTx/>
              <a:buFontTx/>
              <a:buNone/>
              <a:defRPr sz="1600"/>
            </a:lvl3pPr>
            <a:lvl4pPr marL="0" indent="228600">
              <a:buClrTx/>
              <a:buSzTx/>
              <a:buFontTx/>
              <a:buNone/>
              <a:defRPr sz="1600"/>
            </a:lvl4pPr>
            <a:lvl5pPr marL="0" indent="228600">
              <a:buClrTx/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39" name="Body Level One…"/>
          <p:cNvSpPr txBox="1">
            <a:spLocks noGrp="1"/>
          </p:cNvSpPr>
          <p:nvPr>
            <p:ph type="body" idx="1"/>
          </p:nvPr>
        </p:nvSpPr>
        <p:spPr>
          <a:xfrm rot="5400000">
            <a:off x="3920333" y="-1256506"/>
            <a:ext cx="4351340" cy="105156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Title Text"/>
          <p:cNvSpPr txBox="1">
            <a:spLocks noGrp="1"/>
          </p:cNvSpPr>
          <p:nvPr>
            <p:ph type="title"/>
          </p:nvPr>
        </p:nvSpPr>
        <p:spPr>
          <a:xfrm rot="5400000">
            <a:off x="7133432" y="1956592"/>
            <a:ext cx="5811840" cy="2628902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48" name="Body Level One…"/>
          <p:cNvSpPr txBox="1">
            <a:spLocks noGrp="1"/>
          </p:cNvSpPr>
          <p:nvPr>
            <p:ph type="body" idx="1"/>
          </p:nvPr>
        </p:nvSpPr>
        <p:spPr>
          <a:xfrm rot="5400000">
            <a:off x="1799432" y="-596107"/>
            <a:ext cx="5811838" cy="77343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8"/>
            <a:ext cx="10515603" cy="1325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3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219" y="6414784"/>
            <a:ext cx="258583" cy="248264"/>
          </a:xfrm>
          <a:prstGeom prst="rect">
            <a:avLst/>
          </a:prstGeom>
          <a:ln w="12700">
            <a:miter lim="400000"/>
          </a:ln>
        </p:spPr>
        <p:txBody>
          <a:bodyPr wrap="none" lIns="45699" tIns="45699" rIns="45699" bIns="45699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457200" marR="0" indent="-3429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971550" marR="0" indent="-40005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508760" marR="0" indent="-48006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20193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4765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990850" marR="0" indent="-57785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448050" marR="0" indent="-57785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905250" marR="0" indent="-57785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362450" marR="0" indent="-57785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ccm.org/SurvivingSepsisCampaign/Home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188;p1"/>
          <p:cNvSpPr txBox="1">
            <a:spLocks noGrp="1"/>
          </p:cNvSpPr>
          <p:nvPr>
            <p:ph type="ctrTitle"/>
          </p:nvPr>
        </p:nvSpPr>
        <p:spPr>
          <a:xfrm>
            <a:off x="1769533" y="308032"/>
            <a:ext cx="8991601" cy="984740"/>
          </a:xfrm>
          <a:prstGeom prst="rect">
            <a:avLst/>
          </a:prstGeom>
        </p:spPr>
        <p:txBody>
          <a:bodyPr/>
          <a:lstStyle/>
          <a:p>
            <a:r>
              <a:t>SEPSIS</a:t>
            </a:r>
          </a:p>
        </p:txBody>
      </p:sp>
      <p:pic>
        <p:nvPicPr>
          <p:cNvPr id="260" name="Google Shape;190;p1" descr="Google Shape;190;p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3794" y="1394561"/>
            <a:ext cx="8763078" cy="3821394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Google Shape;339;p1">
            <a:extLst>
              <a:ext uri="{FF2B5EF4-FFF2-40B4-BE49-F238E27FC236}">
                <a16:creationId xmlns:a16="http://schemas.microsoft.com/office/drawing/2014/main" id="{5F0C2612-5D29-603D-A81A-AA9959D17C71}"/>
              </a:ext>
            </a:extLst>
          </p:cNvPr>
          <p:cNvSpPr txBox="1">
            <a:spLocks/>
          </p:cNvSpPr>
          <p:nvPr/>
        </p:nvSpPr>
        <p:spPr>
          <a:xfrm>
            <a:off x="2695192" y="5317744"/>
            <a:ext cx="7346273" cy="1239894"/>
          </a:xfrm>
          <a:prstGeom prst="rect">
            <a:avLst/>
          </a:prstGeom>
          <a:noFill/>
          <a:ln w="12700">
            <a:noFill/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spcFirstLastPara="1" wrap="square" lIns="91425" tIns="0" rIns="91425" bIns="45700" anchor="t" anchorCtr="0">
            <a:noAutofit/>
          </a:bodyPr>
          <a:lstStyle>
            <a:lvl1pPr marL="228600" marR="0" indent="-114300" algn="ctr" defTabSz="914400" rtl="0" latinLnBrk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FEFEFE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1pPr>
            <a:lvl2pPr marL="228600" marR="0" indent="114300" algn="ctr" defTabSz="914400" rtl="0" latinLnBrk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FEFEFE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2pPr>
            <a:lvl3pPr marL="228600" marR="0" indent="114300" algn="ctr" defTabSz="914400" rtl="0" latinLnBrk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FEFEFE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3pPr>
            <a:lvl4pPr marL="228600" marR="0" indent="114300" algn="ctr" defTabSz="914400" rtl="0" latinLnBrk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FEFEFE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4pPr>
            <a:lvl5pPr marL="228600" marR="0" indent="114300" algn="ctr" defTabSz="914400" rtl="0" latinLnBrk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FEFEFE"/>
                </a:solidFill>
                <a:uFillTx/>
                <a:latin typeface="Gill Sans"/>
                <a:ea typeface="Gill Sans"/>
                <a:cs typeface="Gill Sans"/>
                <a:sym typeface="Gill Sans"/>
              </a:defRPr>
            </a:lvl5pPr>
            <a:lvl6pPr marL="2990850" marR="0" indent="-57785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L="3448050" marR="0" indent="-57785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L="3905250" marR="0" indent="-57785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L="4362450" marR="0" indent="-57785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hangingPunct="1"/>
            <a:r>
              <a:rPr lang="en-CA" sz="2400" dirty="0">
                <a:solidFill>
                  <a:schemeClr val="bg1"/>
                </a:solidFill>
                <a:highlight>
                  <a:srgbClr val="000000"/>
                </a:highlight>
              </a:rPr>
              <a:t>Major Richard Grainger CCFP(EM)</a:t>
            </a:r>
          </a:p>
          <a:p>
            <a:pPr hangingPunct="1"/>
            <a:r>
              <a:rPr lang="en-CA" sz="2400" dirty="0">
                <a:solidFill>
                  <a:schemeClr val="bg1"/>
                </a:solidFill>
                <a:highlight>
                  <a:srgbClr val="000000"/>
                </a:highlight>
              </a:rPr>
              <a:t>Emergency Physician 11/12 Field Amb</a:t>
            </a:r>
          </a:p>
          <a:p>
            <a:pPr hangingPunct="1"/>
            <a:endParaRPr lang="en-CA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251BA6-40FB-E344-DDB4-3E5259BA673C}"/>
              </a:ext>
            </a:extLst>
          </p:cNvPr>
          <p:cNvSpPr txBox="1"/>
          <p:nvPr/>
        </p:nvSpPr>
        <p:spPr>
          <a:xfrm>
            <a:off x="5839027" y="6582617"/>
            <a:ext cx="6094378" cy="2197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indent="0" algn="r">
              <a:lnSpc>
                <a:spcPct val="92000"/>
              </a:lnSpc>
              <a:spcBef>
                <a:spcPts val="1500"/>
              </a:spcBef>
              <a:defRPr sz="900" i="1">
                <a:solidFill>
                  <a:srgbClr val="000000"/>
                </a:solidFill>
                <a:latin typeface="+mn-lt"/>
                <a:ea typeface="+mn-ea"/>
                <a:cs typeface="+mn-cs"/>
                <a:sym typeface="Arial"/>
              </a:defRPr>
            </a:pPr>
            <a:r>
              <a:rPr lang="en-US" dirty="0"/>
              <a:t>*adapted from Lt(N) Yoon, Maj Armstrong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37E48-DA49-DA46-A7A7-A948AA0E0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4198FD-CD03-398E-EF71-43409876B85A}"/>
              </a:ext>
            </a:extLst>
          </p:cNvPr>
          <p:cNvSpPr>
            <a:spLocks noGrp="1"/>
          </p:cNvSpPr>
          <p:nvPr>
            <p:ph type="body"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600" dirty="0"/>
              <a:t>Definitions</a:t>
            </a:r>
          </a:p>
          <a:p>
            <a:r>
              <a:rPr lang="en-US" sz="3600" dirty="0"/>
              <a:t>Diagnosis</a:t>
            </a:r>
          </a:p>
          <a:p>
            <a:r>
              <a:rPr lang="en-US" sz="3600" dirty="0"/>
              <a:t>Sources</a:t>
            </a:r>
          </a:p>
          <a:p>
            <a:r>
              <a:rPr lang="en-US" sz="3600" dirty="0"/>
              <a:t>Management</a:t>
            </a:r>
          </a:p>
          <a:p>
            <a:r>
              <a:rPr lang="en-US" sz="3600" dirty="0"/>
              <a:t>Pressor Review</a:t>
            </a:r>
            <a:endParaRPr lang="en-CA" sz="3600" dirty="0"/>
          </a:p>
        </p:txBody>
      </p:sp>
    </p:spTree>
    <p:extLst>
      <p:ext uri="{BB962C8B-B14F-4D97-AF65-F5344CB8AC3E}">
        <p14:creationId xmlns:p14="http://schemas.microsoft.com/office/powerpoint/2010/main" val="3721892232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195;p2"/>
          <p:cNvSpPr txBox="1">
            <a:spLocks noGrp="1"/>
          </p:cNvSpPr>
          <p:nvPr>
            <p:ph type="title"/>
          </p:nvPr>
        </p:nvSpPr>
        <p:spPr>
          <a:xfrm>
            <a:off x="2125626" y="523609"/>
            <a:ext cx="7729730" cy="1188723"/>
          </a:xfrm>
          <a:prstGeom prst="rect">
            <a:avLst/>
          </a:prstGeom>
        </p:spPr>
        <p:txBody>
          <a:bodyPr/>
          <a:lstStyle/>
          <a:p>
            <a:r>
              <a:t>INTRO</a:t>
            </a:r>
          </a:p>
        </p:txBody>
      </p:sp>
      <p:sp>
        <p:nvSpPr>
          <p:cNvPr id="263" name="Google Shape;196;p2"/>
          <p:cNvSpPr txBox="1">
            <a:spLocks noGrp="1"/>
          </p:cNvSpPr>
          <p:nvPr>
            <p:ph type="body" sz="half" idx="1"/>
          </p:nvPr>
        </p:nvSpPr>
        <p:spPr>
          <a:xfrm>
            <a:off x="2231134" y="1957754"/>
            <a:ext cx="7729730" cy="378227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28600" indent="-228600">
              <a:spcBef>
                <a:spcPts val="0"/>
              </a:spcBef>
              <a:buSzPts val="2400"/>
              <a:defRPr sz="2400"/>
            </a:pPr>
            <a:r>
              <a:rPr lang="en-CA" sz="3600" dirty="0"/>
              <a:t>C</a:t>
            </a:r>
            <a:r>
              <a:rPr sz="3600" dirty="0"/>
              <a:t>hance that any infection will develop into sepsis</a:t>
            </a:r>
          </a:p>
          <a:p>
            <a:pPr marL="228600" indent="-228600">
              <a:buSzPts val="2400"/>
              <a:defRPr sz="2400"/>
            </a:pPr>
            <a:r>
              <a:rPr sz="3600" dirty="0"/>
              <a:t>Sepsis must have EARLY recognition</a:t>
            </a:r>
          </a:p>
          <a:p>
            <a:pPr marL="228600" indent="-228600">
              <a:buSzPts val="2400"/>
              <a:defRPr sz="2400"/>
            </a:pPr>
            <a:r>
              <a:rPr sz="3600" dirty="0"/>
              <a:t>Sepsis must have EARLY treatment</a:t>
            </a:r>
          </a:p>
          <a:p>
            <a:pPr marL="228600" indent="-228600">
              <a:buSzPts val="2400"/>
              <a:defRPr sz="2400"/>
            </a:pPr>
            <a:r>
              <a:rPr sz="3600" dirty="0"/>
              <a:t>Sepsis management must start in the pre-hospital environment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A2F14-66FB-B4E4-D7A3-494A96D96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3" y="261307"/>
            <a:ext cx="7729731" cy="1188722"/>
          </a:xfrm>
        </p:spPr>
        <p:txBody>
          <a:bodyPr/>
          <a:lstStyle/>
          <a:p>
            <a:r>
              <a:rPr lang="en-US" dirty="0"/>
              <a:t>Definitions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497892-47DA-5DF6-132C-E238ABB61EAE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386862" y="1676400"/>
            <a:ext cx="11605846" cy="4063627"/>
          </a:xfrm>
        </p:spPr>
        <p:txBody>
          <a:bodyPr>
            <a:noAutofit/>
          </a:bodyPr>
          <a:lstStyle/>
          <a:p>
            <a:r>
              <a:rPr lang="en-US" sz="3600" dirty="0"/>
              <a:t>Continuum: infection and bacteremia to sepsis and septic shock</a:t>
            </a:r>
          </a:p>
          <a:p>
            <a:r>
              <a:rPr lang="en-US" sz="3600" dirty="0"/>
              <a:t>Definitions continue to evolve</a:t>
            </a:r>
          </a:p>
          <a:p>
            <a:r>
              <a:rPr lang="en-US" sz="3600" dirty="0"/>
              <a:t>Early Sepsis – No clear definition but useful to identify those at risk of progressing to sepsis and septic shock</a:t>
            </a:r>
          </a:p>
          <a:p>
            <a:pPr lvl="1"/>
            <a:r>
              <a:rPr lang="en-US" sz="3600" dirty="0"/>
              <a:t>Infection – invasion of normally sterile tissue by organisms resulting in infectious pathology</a:t>
            </a:r>
          </a:p>
          <a:p>
            <a:pPr lvl="1"/>
            <a:r>
              <a:rPr lang="en-US" sz="3600" dirty="0"/>
              <a:t>Bacteremia – presence of viable bacteria in the blood</a:t>
            </a:r>
            <a:endParaRPr lang="en-CA" sz="3600" dirty="0"/>
          </a:p>
        </p:txBody>
      </p:sp>
    </p:spTree>
    <p:extLst>
      <p:ext uri="{BB962C8B-B14F-4D97-AF65-F5344CB8AC3E}">
        <p14:creationId xmlns:p14="http://schemas.microsoft.com/office/powerpoint/2010/main" val="231891889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DB37E-D7B8-10B2-AC7B-5B7F831F1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8457" y="132353"/>
            <a:ext cx="7729731" cy="1188722"/>
          </a:xfrm>
        </p:spPr>
        <p:txBody>
          <a:bodyPr/>
          <a:lstStyle/>
          <a:p>
            <a:r>
              <a:rPr lang="en-US" dirty="0"/>
              <a:t>Definitions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ECDCA9-923F-BA5B-D55A-63EE91ADD11D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176056" y="1641232"/>
            <a:ext cx="10558743" cy="4204304"/>
          </a:xfrm>
        </p:spPr>
        <p:txBody>
          <a:bodyPr>
            <a:noAutofit/>
          </a:bodyPr>
          <a:lstStyle/>
          <a:p>
            <a:r>
              <a:rPr lang="en-US" sz="3200" dirty="0"/>
              <a:t>Sepsis – life threatening organ dysfunction caused by a dysregulated host response to infection. Must have:</a:t>
            </a:r>
          </a:p>
          <a:p>
            <a:pPr lvl="1"/>
            <a:r>
              <a:rPr lang="en-US" sz="3200" dirty="0"/>
              <a:t>Organ dysfunction</a:t>
            </a:r>
          </a:p>
          <a:p>
            <a:pPr lvl="1"/>
            <a:r>
              <a:rPr lang="en-US" sz="3200" dirty="0"/>
              <a:t>Presence of Infection</a:t>
            </a:r>
          </a:p>
          <a:p>
            <a:r>
              <a:rPr lang="en-US" sz="3200" dirty="0"/>
              <a:t>Septic Shock</a:t>
            </a:r>
          </a:p>
          <a:p>
            <a:pPr lvl="1"/>
            <a:r>
              <a:rPr lang="en-US" sz="3200" dirty="0"/>
              <a:t>Vasodilatory/distributive shock</a:t>
            </a:r>
          </a:p>
          <a:p>
            <a:pPr lvl="1"/>
            <a:r>
              <a:rPr lang="en-US" sz="3200" dirty="0"/>
              <a:t>Sepsis + requirement for vasopressors to maintain map &gt;65 (lactate &gt;2) despite adequate fluid resuscitation</a:t>
            </a:r>
          </a:p>
          <a:p>
            <a:pPr lvl="1"/>
            <a:endParaRPr lang="en-CA" sz="3200" dirty="0"/>
          </a:p>
        </p:txBody>
      </p:sp>
    </p:spTree>
    <p:extLst>
      <p:ext uri="{BB962C8B-B14F-4D97-AF65-F5344CB8AC3E}">
        <p14:creationId xmlns:p14="http://schemas.microsoft.com/office/powerpoint/2010/main" val="1258633171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onference Notes 6-3-2015 — ACMC EM">
            <a:extLst>
              <a:ext uri="{FF2B5EF4-FFF2-40B4-BE49-F238E27FC236}">
                <a16:creationId xmlns:a16="http://schemas.microsoft.com/office/drawing/2014/main" id="{8518ED42-6D98-62B5-326F-FE81F09C2E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5539" y="0"/>
            <a:ext cx="5228492" cy="6768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605218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01;p3"/>
          <p:cNvSpPr txBox="1">
            <a:spLocks noGrp="1"/>
          </p:cNvSpPr>
          <p:nvPr>
            <p:ph type="title"/>
          </p:nvPr>
        </p:nvSpPr>
        <p:spPr>
          <a:xfrm>
            <a:off x="2168071" y="126290"/>
            <a:ext cx="8505182" cy="1188723"/>
          </a:xfrm>
          <a:prstGeom prst="rect">
            <a:avLst/>
          </a:prstGeom>
        </p:spPr>
        <p:txBody>
          <a:bodyPr/>
          <a:lstStyle/>
          <a:p>
            <a:r>
              <a:rPr dirty="0"/>
              <a:t>QUICK SEPSIS ORGAN FAILURE ASSESSMENT</a:t>
            </a:r>
            <a:r>
              <a:rPr lang="en-US" dirty="0"/>
              <a:t> (no longer recommended as single screening tool)</a:t>
            </a:r>
            <a:endParaRPr dirty="0"/>
          </a:p>
        </p:txBody>
      </p:sp>
      <p:sp>
        <p:nvSpPr>
          <p:cNvPr id="266" name="Google Shape;202;p3"/>
          <p:cNvSpPr txBox="1">
            <a:spLocks noGrp="1"/>
          </p:cNvSpPr>
          <p:nvPr>
            <p:ph type="body" sz="quarter" idx="1"/>
          </p:nvPr>
        </p:nvSpPr>
        <p:spPr>
          <a:xfrm>
            <a:off x="2466809" y="6131240"/>
            <a:ext cx="7729730" cy="600470"/>
          </a:xfrm>
          <a:prstGeom prst="rect">
            <a:avLst/>
          </a:prstGeom>
        </p:spPr>
        <p:txBody>
          <a:bodyPr/>
          <a:lstStyle>
            <a:lvl1pPr marL="214884" indent="-214884" defTabSz="859536">
              <a:spcBef>
                <a:spcPts val="0"/>
              </a:spcBef>
              <a:buSzPts val="2200"/>
              <a:defRPr sz="2200" b="1"/>
            </a:lvl1pPr>
          </a:lstStyle>
          <a:p>
            <a:r>
              <a:rPr dirty="0"/>
              <a:t>Bottom line: Infection + organ dysfunction = sepsis</a:t>
            </a:r>
          </a:p>
        </p:txBody>
      </p:sp>
      <p:pic>
        <p:nvPicPr>
          <p:cNvPr id="267" name="Google Shape;203;p3" descr="Google Shape;203;p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341" y="0"/>
            <a:ext cx="10967112" cy="61690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3D5AC-1C9B-ED77-0319-B0C980DA3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3" y="185737"/>
            <a:ext cx="7729731" cy="1188722"/>
          </a:xfrm>
        </p:spPr>
        <p:txBody>
          <a:bodyPr/>
          <a:lstStyle/>
          <a:p>
            <a:r>
              <a:rPr lang="en-US" dirty="0"/>
              <a:t>Modified Early Warning System/National Early Warning Score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39B65-82B5-837C-324B-94B6A3389CA3}"/>
              </a:ext>
            </a:extLst>
          </p:cNvPr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1026" name="Picture 2" descr="mewsnews">
            <a:extLst>
              <a:ext uri="{FF2B5EF4-FFF2-40B4-BE49-F238E27FC236}">
                <a16:creationId xmlns:a16="http://schemas.microsoft.com/office/drawing/2014/main" id="{E56C7764-0FB2-F416-6CB1-2A9EF3C530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24" y="1404938"/>
            <a:ext cx="7143750" cy="5267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3166105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08;p4"/>
          <p:cNvSpPr txBox="1">
            <a:spLocks noGrp="1"/>
          </p:cNvSpPr>
          <p:nvPr>
            <p:ph type="title"/>
          </p:nvPr>
        </p:nvSpPr>
        <p:spPr>
          <a:xfrm>
            <a:off x="1914611" y="200263"/>
            <a:ext cx="7729730" cy="1188723"/>
          </a:xfrm>
          <a:prstGeom prst="rect">
            <a:avLst/>
          </a:prstGeom>
        </p:spPr>
        <p:txBody>
          <a:bodyPr/>
          <a:lstStyle/>
          <a:p>
            <a:r>
              <a:t>OTHER SEPSIS MARKERS = ORGAN DYSFUNCTION</a:t>
            </a:r>
          </a:p>
        </p:txBody>
      </p:sp>
      <p:sp>
        <p:nvSpPr>
          <p:cNvPr id="270" name="Google Shape;209;p4"/>
          <p:cNvSpPr txBox="1">
            <a:spLocks noGrp="1"/>
          </p:cNvSpPr>
          <p:nvPr>
            <p:ph type="body" idx="1"/>
          </p:nvPr>
        </p:nvSpPr>
        <p:spPr>
          <a:xfrm>
            <a:off x="339969" y="1559519"/>
            <a:ext cx="11113477" cy="4898926"/>
          </a:xfrm>
          <a:prstGeom prst="rect">
            <a:avLst/>
          </a:prstGeom>
        </p:spPr>
        <p:txBody>
          <a:bodyPr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0"/>
              </a:spcBef>
              <a:buSzPts val="2400"/>
              <a:defRPr sz="2400"/>
            </a:pPr>
            <a:r>
              <a:rPr sz="3200" dirty="0"/>
              <a:t>Urine dipstick </a:t>
            </a:r>
            <a:r>
              <a:rPr lang="en-CA" sz="3200" dirty="0"/>
              <a:t>- </a:t>
            </a:r>
            <a:r>
              <a:rPr lang="en-CA" sz="3200" dirty="0" err="1"/>
              <a:t>i</a:t>
            </a:r>
            <a:r>
              <a:rPr sz="3200" dirty="0"/>
              <a:t>f </a:t>
            </a:r>
            <a:r>
              <a:rPr lang="en-CA" sz="3200" dirty="0"/>
              <a:t>+</a:t>
            </a:r>
            <a:r>
              <a:rPr sz="3200" dirty="0"/>
              <a:t> protein</a:t>
            </a:r>
            <a:r>
              <a:rPr lang="en-CA" sz="3200" dirty="0"/>
              <a:t> = high chance</a:t>
            </a:r>
            <a:r>
              <a:rPr sz="3200" dirty="0"/>
              <a:t> that it is due to sepsis</a:t>
            </a:r>
          </a:p>
          <a:p>
            <a:pPr marL="0" indent="-271462">
              <a:lnSpc>
                <a:spcPct val="90000"/>
              </a:lnSpc>
              <a:buSzPts val="2200"/>
              <a:defRPr sz="2200"/>
            </a:pPr>
            <a:r>
              <a:rPr lang="en-US" sz="3200" dirty="0"/>
              <a:t>Leukocytosis  (&gt;12) or leukopenia (&lt;4)</a:t>
            </a:r>
          </a:p>
          <a:p>
            <a:pPr marL="0" indent="-271462">
              <a:lnSpc>
                <a:spcPct val="90000"/>
              </a:lnSpc>
              <a:buSzPts val="2200"/>
              <a:defRPr sz="2200"/>
            </a:pPr>
            <a:r>
              <a:rPr sz="3200" b="1" dirty="0"/>
              <a:t>Increasing lactate</a:t>
            </a:r>
            <a:r>
              <a:rPr lang="en-US" sz="3200" b="1" dirty="0"/>
              <a:t> (&gt; 2.0 with suspected infection increase likelihood of sepsis dx)</a:t>
            </a:r>
            <a:endParaRPr sz="3200" b="1" dirty="0"/>
          </a:p>
          <a:p>
            <a:pPr marL="0" indent="-271462">
              <a:lnSpc>
                <a:spcPct val="90000"/>
              </a:lnSpc>
              <a:buSzPts val="2200"/>
              <a:defRPr sz="2200"/>
            </a:pPr>
            <a:r>
              <a:rPr sz="3200" dirty="0"/>
              <a:t>increasing creatinine (within the first 72 h of care) and lowering eGFR is also a predictor (64%) of sepsis </a:t>
            </a:r>
          </a:p>
          <a:p>
            <a:pPr marL="0" indent="-271462">
              <a:lnSpc>
                <a:spcPct val="90000"/>
              </a:lnSpc>
              <a:buSzPts val="2200"/>
              <a:defRPr sz="2200"/>
            </a:pPr>
            <a:r>
              <a:rPr sz="3200" dirty="0"/>
              <a:t>Increasing LFTs</a:t>
            </a:r>
            <a:r>
              <a:rPr lang="en-CA" sz="3200" dirty="0"/>
              <a:t>, d</a:t>
            </a:r>
            <a:r>
              <a:rPr sz="3200" dirty="0" err="1"/>
              <a:t>ecreasing</a:t>
            </a:r>
            <a:r>
              <a:rPr sz="3200" dirty="0"/>
              <a:t> platelets (initially increase)</a:t>
            </a:r>
          </a:p>
          <a:p>
            <a:pPr marL="228600" indent="-228600">
              <a:lnSpc>
                <a:spcPct val="90000"/>
              </a:lnSpc>
              <a:buSzPts val="2400"/>
              <a:defRPr sz="2400"/>
            </a:pPr>
            <a:r>
              <a:rPr lang="en-US" sz="3200" dirty="0"/>
              <a:t>Oliguria (&lt;0.5ml/kg/hour)</a:t>
            </a:r>
          </a:p>
          <a:p>
            <a:pPr marL="228600" indent="-228600">
              <a:lnSpc>
                <a:spcPct val="90000"/>
              </a:lnSpc>
              <a:buSzPts val="2400"/>
              <a:defRPr sz="2400"/>
            </a:pPr>
            <a:r>
              <a:rPr sz="3200" dirty="0"/>
              <a:t>In sepsis, the kidneys get hit!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20;p6"/>
          <p:cNvSpPr txBox="1">
            <a:spLocks noGrp="1"/>
          </p:cNvSpPr>
          <p:nvPr>
            <p:ph type="title"/>
          </p:nvPr>
        </p:nvSpPr>
        <p:spPr>
          <a:xfrm>
            <a:off x="2008395" y="202690"/>
            <a:ext cx="7729730" cy="1188723"/>
          </a:xfrm>
          <a:prstGeom prst="rect">
            <a:avLst/>
          </a:prstGeom>
        </p:spPr>
        <p:txBody>
          <a:bodyPr/>
          <a:lstStyle/>
          <a:p>
            <a:r>
              <a:t>SOURCES OF INFECTION</a:t>
            </a:r>
          </a:p>
        </p:txBody>
      </p:sp>
      <p:sp>
        <p:nvSpPr>
          <p:cNvPr id="276" name="Google Shape;221;p6"/>
          <p:cNvSpPr txBox="1">
            <a:spLocks noGrp="1"/>
          </p:cNvSpPr>
          <p:nvPr>
            <p:ph type="body" sz="half" idx="1"/>
          </p:nvPr>
        </p:nvSpPr>
        <p:spPr>
          <a:xfrm>
            <a:off x="1230923" y="1535722"/>
            <a:ext cx="9847385" cy="4911969"/>
          </a:xfrm>
          <a:prstGeom prst="rect">
            <a:avLst/>
          </a:prstGeom>
        </p:spPr>
        <p:txBody>
          <a:bodyPr>
            <a:noAutofit/>
          </a:bodyPr>
          <a:lstStyle/>
          <a:p>
            <a:pPr marL="217170" indent="-228027" defTabSz="868680">
              <a:lnSpc>
                <a:spcPct val="80000"/>
              </a:lnSpc>
              <a:spcBef>
                <a:spcPts val="900"/>
              </a:spcBef>
              <a:buSzPts val="2200"/>
              <a:defRPr sz="2280"/>
            </a:pPr>
            <a:r>
              <a:rPr sz="3600" dirty="0"/>
              <a:t>Central Nervous System – meningitis, encephalitis</a:t>
            </a:r>
          </a:p>
          <a:p>
            <a:pPr marL="217170" indent="-228027" defTabSz="868680">
              <a:lnSpc>
                <a:spcPct val="80000"/>
              </a:lnSpc>
              <a:spcBef>
                <a:spcPts val="900"/>
              </a:spcBef>
              <a:buSzPts val="2200"/>
              <a:defRPr sz="2280"/>
            </a:pPr>
            <a:r>
              <a:rPr sz="3600" dirty="0"/>
              <a:t>Head and neck - </a:t>
            </a:r>
            <a:r>
              <a:rPr sz="3600" dirty="0" err="1"/>
              <a:t>eg.</a:t>
            </a:r>
            <a:r>
              <a:rPr sz="3600" dirty="0"/>
              <a:t> deep space neck infections</a:t>
            </a:r>
          </a:p>
          <a:p>
            <a:pPr marL="217170" indent="-228027" defTabSz="868680">
              <a:lnSpc>
                <a:spcPct val="80000"/>
              </a:lnSpc>
              <a:spcBef>
                <a:spcPts val="800"/>
              </a:spcBef>
              <a:buSzPts val="2200"/>
              <a:defRPr sz="2280"/>
            </a:pPr>
            <a:r>
              <a:rPr sz="3600" dirty="0"/>
              <a:t>Lungs – pneumonia</a:t>
            </a:r>
          </a:p>
          <a:p>
            <a:pPr marL="217170" indent="-228027" defTabSz="868680">
              <a:lnSpc>
                <a:spcPct val="80000"/>
              </a:lnSpc>
              <a:spcBef>
                <a:spcPts val="900"/>
              </a:spcBef>
              <a:buSzPts val="2200"/>
              <a:defRPr sz="2280"/>
            </a:pPr>
            <a:r>
              <a:rPr sz="3600" dirty="0"/>
              <a:t>Intra-abdominal or hepato-biliary origin</a:t>
            </a:r>
          </a:p>
          <a:p>
            <a:pPr marL="217170" indent="-228027" defTabSz="868680">
              <a:lnSpc>
                <a:spcPct val="80000"/>
              </a:lnSpc>
              <a:spcBef>
                <a:spcPts val="900"/>
              </a:spcBef>
              <a:buSzPts val="2200"/>
              <a:defRPr sz="2280"/>
            </a:pPr>
            <a:r>
              <a:rPr sz="3600" dirty="0"/>
              <a:t>GU – sexually transmitted infections, PID</a:t>
            </a:r>
          </a:p>
          <a:p>
            <a:pPr marL="217170" indent="-228027" defTabSz="868680">
              <a:lnSpc>
                <a:spcPct val="80000"/>
              </a:lnSpc>
              <a:spcBef>
                <a:spcPts val="900"/>
              </a:spcBef>
              <a:buSzPts val="2200"/>
              <a:defRPr sz="2280"/>
            </a:pPr>
            <a:r>
              <a:rPr sz="3600" dirty="0"/>
              <a:t>Urine – bladder or kidney infection</a:t>
            </a:r>
          </a:p>
          <a:p>
            <a:pPr marL="217170" indent="-228027" defTabSz="868680">
              <a:lnSpc>
                <a:spcPct val="80000"/>
              </a:lnSpc>
              <a:spcBef>
                <a:spcPts val="900"/>
              </a:spcBef>
              <a:buSzPts val="2200"/>
              <a:defRPr sz="2280"/>
            </a:pPr>
            <a:r>
              <a:rPr sz="3600" dirty="0"/>
              <a:t>Skin and soft tissue infection</a:t>
            </a:r>
          </a:p>
          <a:p>
            <a:pPr marL="217170" indent="-228027" defTabSz="868680">
              <a:lnSpc>
                <a:spcPct val="80000"/>
              </a:lnSpc>
              <a:spcBef>
                <a:spcPts val="900"/>
              </a:spcBef>
              <a:buSzPts val="2200"/>
              <a:defRPr sz="2280"/>
            </a:pPr>
            <a:r>
              <a:rPr sz="3600" dirty="0"/>
              <a:t>Unknown?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26;p7"/>
          <p:cNvSpPr txBox="1">
            <a:spLocks noGrp="1"/>
          </p:cNvSpPr>
          <p:nvPr>
            <p:ph type="title"/>
          </p:nvPr>
        </p:nvSpPr>
        <p:spPr>
          <a:xfrm>
            <a:off x="1949781" y="296475"/>
            <a:ext cx="7729730" cy="1188723"/>
          </a:xfrm>
          <a:prstGeom prst="rect">
            <a:avLst/>
          </a:prstGeom>
        </p:spPr>
        <p:txBody>
          <a:bodyPr/>
          <a:lstStyle/>
          <a:p>
            <a:r>
              <a:t>TIME IS OF THE ESSENCE</a:t>
            </a:r>
          </a:p>
        </p:txBody>
      </p:sp>
      <p:sp>
        <p:nvSpPr>
          <p:cNvPr id="279" name="Google Shape;227;p7"/>
          <p:cNvSpPr txBox="1">
            <a:spLocks noGrp="1"/>
          </p:cNvSpPr>
          <p:nvPr>
            <p:ph type="body" sz="half" idx="1"/>
          </p:nvPr>
        </p:nvSpPr>
        <p:spPr>
          <a:xfrm>
            <a:off x="1820826" y="1793981"/>
            <a:ext cx="7729730" cy="476754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28600" indent="-228600">
              <a:spcBef>
                <a:spcPts val="0"/>
              </a:spcBef>
              <a:buSzPts val="2400"/>
              <a:defRPr sz="2400"/>
            </a:pPr>
            <a:r>
              <a:rPr sz="3200" dirty="0"/>
              <a:t>End-organ damage and increased mortality results when:</a:t>
            </a:r>
          </a:p>
          <a:p>
            <a:pPr marL="457200" lvl="1" indent="-228600">
              <a:buSzPts val="2000"/>
              <a:defRPr sz="2000"/>
            </a:pPr>
            <a:r>
              <a:rPr sz="2800" dirty="0"/>
              <a:t>Delay in recognizing sepsis</a:t>
            </a:r>
            <a:endParaRPr sz="2400" dirty="0"/>
          </a:p>
          <a:p>
            <a:pPr marL="457200" lvl="1" indent="-228600">
              <a:buSzPts val="2000"/>
              <a:defRPr sz="2000"/>
            </a:pPr>
            <a:r>
              <a:rPr sz="2800" dirty="0"/>
              <a:t>Delay in obtaining vascular access</a:t>
            </a:r>
            <a:endParaRPr sz="2400" dirty="0"/>
          </a:p>
          <a:p>
            <a:pPr marL="457200" lvl="1" indent="-228600">
              <a:buSzPts val="2000"/>
              <a:defRPr sz="2000"/>
            </a:pPr>
            <a:r>
              <a:rPr sz="2800" dirty="0"/>
              <a:t>Delay in providing hemodynamic support – i.e. septic shock – hypotension</a:t>
            </a:r>
            <a:endParaRPr sz="2400" dirty="0"/>
          </a:p>
          <a:p>
            <a:pPr marL="457200" lvl="1" indent="-228600">
              <a:buSzPts val="2000"/>
              <a:defRPr sz="2000"/>
            </a:pPr>
            <a:r>
              <a:rPr sz="2800" dirty="0"/>
              <a:t>Delay in administering antibiotics</a:t>
            </a:r>
            <a:endParaRPr sz="2400" dirty="0"/>
          </a:p>
          <a:p>
            <a:pPr marL="457200" lvl="1" indent="-228600">
              <a:buSzPts val="2000"/>
              <a:defRPr sz="2000"/>
            </a:pPr>
            <a:r>
              <a:rPr sz="2800" dirty="0"/>
              <a:t>Delay in transport to higher level of care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37;p9"/>
          <p:cNvSpPr txBox="1">
            <a:spLocks noGrp="1"/>
          </p:cNvSpPr>
          <p:nvPr>
            <p:ph type="title"/>
          </p:nvPr>
        </p:nvSpPr>
        <p:spPr>
          <a:xfrm>
            <a:off x="2043565" y="234174"/>
            <a:ext cx="7729730" cy="1188723"/>
          </a:xfrm>
          <a:prstGeom prst="rect">
            <a:avLst/>
          </a:prstGeom>
        </p:spPr>
        <p:txBody>
          <a:bodyPr/>
          <a:lstStyle/>
          <a:p>
            <a:r>
              <a:t>SEPSIS TREATMENT</a:t>
            </a:r>
          </a:p>
        </p:txBody>
      </p:sp>
      <p:sp>
        <p:nvSpPr>
          <p:cNvPr id="284" name="Google Shape;238;p9"/>
          <p:cNvSpPr txBox="1">
            <a:spLocks noGrp="1"/>
          </p:cNvSpPr>
          <p:nvPr>
            <p:ph type="body" idx="1"/>
          </p:nvPr>
        </p:nvSpPr>
        <p:spPr>
          <a:xfrm>
            <a:off x="226839" y="1526021"/>
            <a:ext cx="11109376" cy="4980574"/>
          </a:xfrm>
          <a:prstGeom prst="rect">
            <a:avLst/>
          </a:prstGeom>
        </p:spPr>
        <p:txBody>
          <a:bodyPr>
            <a:normAutofit fontScale="92500"/>
          </a:bodyPr>
          <a:lstStyle/>
          <a:p>
            <a:pPr marL="226313" indent="-226313" defTabSz="905255">
              <a:spcBef>
                <a:spcPts val="0"/>
              </a:spcBef>
              <a:buSzPts val="2300"/>
              <a:defRPr sz="2300" b="1"/>
            </a:pPr>
            <a:r>
              <a:rPr sz="3000" dirty="0"/>
              <a:t>IV Fluids </a:t>
            </a:r>
            <a:r>
              <a:rPr sz="3000" b="0" dirty="0"/>
              <a:t>– 30 ml/kg in the first 3 hours – balanced crystalloid first</a:t>
            </a:r>
            <a:r>
              <a:rPr lang="en-US" sz="3000" b="0" dirty="0"/>
              <a:t> (Ringers Lactate)</a:t>
            </a:r>
            <a:r>
              <a:rPr sz="3000" b="0" dirty="0"/>
              <a:t> </a:t>
            </a:r>
          </a:p>
          <a:p>
            <a:pPr marL="452627" lvl="1" indent="-226313" defTabSz="905255">
              <a:spcBef>
                <a:spcPts val="900"/>
              </a:spcBef>
              <a:buSzPts val="2100"/>
              <a:defRPr sz="2100"/>
            </a:pPr>
            <a:r>
              <a:rPr sz="3000" dirty="0"/>
              <a:t>get MAP &gt; 65 mmHg</a:t>
            </a:r>
            <a:endParaRPr sz="2200" dirty="0"/>
          </a:p>
          <a:p>
            <a:pPr marL="452627" lvl="1" indent="-226313" defTabSz="905255">
              <a:spcBef>
                <a:spcPts val="900"/>
              </a:spcBef>
              <a:buSzPts val="2300"/>
              <a:defRPr sz="2300"/>
            </a:pPr>
            <a:r>
              <a:rPr sz="3000" dirty="0"/>
              <a:t>Lactate – follow lactate levels and falling levels to &lt;4.0 mmol/L is a good thing</a:t>
            </a:r>
            <a:endParaRPr sz="2600" dirty="0"/>
          </a:p>
          <a:p>
            <a:pPr marL="226313" indent="-226313" defTabSz="905255">
              <a:spcBef>
                <a:spcPts val="900"/>
              </a:spcBef>
              <a:buSzPts val="2300"/>
              <a:defRPr sz="2300" b="1"/>
            </a:pPr>
            <a:r>
              <a:rPr sz="3000" dirty="0"/>
              <a:t>Antibiotics</a:t>
            </a:r>
            <a:r>
              <a:rPr sz="3000" b="0" dirty="0"/>
              <a:t> – </a:t>
            </a:r>
            <a:r>
              <a:rPr lang="en-CA" sz="3000" b="0" dirty="0"/>
              <a:t>quickly</a:t>
            </a:r>
            <a:r>
              <a:rPr sz="3000" b="0" dirty="0"/>
              <a:t>, but get blood cultures first (if you have a lab!)  </a:t>
            </a:r>
          </a:p>
          <a:p>
            <a:pPr marL="226313" indent="-226313" defTabSz="905255">
              <a:spcBef>
                <a:spcPts val="900"/>
              </a:spcBef>
              <a:buSzPts val="2300"/>
              <a:defRPr sz="2300" b="1"/>
            </a:pPr>
            <a:r>
              <a:rPr sz="3000" dirty="0"/>
              <a:t>Pressor</a:t>
            </a:r>
            <a:r>
              <a:rPr sz="3000" b="0" dirty="0"/>
              <a:t> - Norepinephrine first choice, but if none around, epinephrine</a:t>
            </a:r>
          </a:p>
          <a:p>
            <a:pPr marL="226313" indent="-226313" defTabSz="905255">
              <a:spcBef>
                <a:spcPts val="900"/>
              </a:spcBef>
              <a:buSzPts val="2300"/>
              <a:defRPr sz="2300" b="1"/>
            </a:pPr>
            <a:r>
              <a:rPr sz="3000" dirty="0"/>
              <a:t>Normoglycemia</a:t>
            </a:r>
            <a:r>
              <a:rPr sz="3000" b="0" dirty="0"/>
              <a:t> – Both hypoglycemia and hyperglycemia BAD. </a:t>
            </a:r>
          </a:p>
          <a:p>
            <a:pPr marL="226313" indent="-226313" defTabSz="905255">
              <a:spcBef>
                <a:spcPts val="900"/>
              </a:spcBef>
              <a:buSzPts val="2300"/>
              <a:defRPr sz="2300" b="1"/>
            </a:pPr>
            <a:r>
              <a:rPr sz="2400" dirty="0"/>
              <a:t>Hydrocortisone</a:t>
            </a:r>
            <a:r>
              <a:rPr sz="2400" b="0" dirty="0"/>
              <a:t> – 200 mg IV for patients where no response with IV fluid boluses</a:t>
            </a:r>
          </a:p>
          <a:p>
            <a:pPr marL="226313" indent="-226313" defTabSz="905255">
              <a:spcBef>
                <a:spcPts val="900"/>
              </a:spcBef>
              <a:buSzPts val="2300"/>
              <a:defRPr sz="2300"/>
            </a:pPr>
            <a:r>
              <a:rPr sz="2400" dirty="0"/>
              <a:t>If Diarrhea &amp; Vomiting – replace GI fluid losses in maintenance IVF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43;p10"/>
          <p:cNvSpPr txBox="1">
            <a:spLocks noGrp="1"/>
          </p:cNvSpPr>
          <p:nvPr>
            <p:ph type="title"/>
          </p:nvPr>
        </p:nvSpPr>
        <p:spPr>
          <a:xfrm>
            <a:off x="1855995" y="155799"/>
            <a:ext cx="7729730" cy="688264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t>EMPIRIC ANTIBIOTIC CHOICES</a:t>
            </a:r>
          </a:p>
        </p:txBody>
      </p:sp>
      <p:sp>
        <p:nvSpPr>
          <p:cNvPr id="287" name="Google Shape;244;p10"/>
          <p:cNvSpPr txBox="1">
            <a:spLocks noGrp="1"/>
          </p:cNvSpPr>
          <p:nvPr>
            <p:ph type="body" idx="1"/>
          </p:nvPr>
        </p:nvSpPr>
        <p:spPr>
          <a:xfrm>
            <a:off x="562708" y="895159"/>
            <a:ext cx="11066584" cy="4193630"/>
          </a:xfrm>
          <a:prstGeom prst="rect">
            <a:avLst/>
          </a:prstGeom>
        </p:spPr>
        <p:txBody>
          <a:bodyPr>
            <a:noAutofit/>
          </a:bodyPr>
          <a:lstStyle/>
          <a:p>
            <a:pPr marL="228600" indent="-228600">
              <a:lnSpc>
                <a:spcPct val="80000"/>
              </a:lnSpc>
              <a:spcBef>
                <a:spcPts val="0"/>
              </a:spcBef>
              <a:buSzPct val="100000"/>
              <a:defRPr sz="1200" b="1"/>
            </a:pPr>
            <a:r>
              <a:rPr sz="3200" dirty="0"/>
              <a:t>Unknown </a:t>
            </a:r>
            <a:r>
              <a:rPr lang="en-CA" sz="3200" dirty="0"/>
              <a:t>- </a:t>
            </a:r>
            <a:r>
              <a:rPr sz="3200" dirty="0"/>
              <a:t>Ceftriaxone 2gm IV q24h and metronidazole 500 mg IV q12h</a:t>
            </a:r>
          </a:p>
          <a:p>
            <a:pPr marL="228600" indent="-228600">
              <a:lnSpc>
                <a:spcPct val="80000"/>
              </a:lnSpc>
              <a:buSzPct val="100000"/>
              <a:defRPr sz="1200" b="1"/>
            </a:pPr>
            <a:r>
              <a:rPr sz="3200" dirty="0"/>
              <a:t>Pneumonia</a:t>
            </a:r>
            <a:r>
              <a:rPr lang="en-CA" sz="3200" dirty="0"/>
              <a:t> - </a:t>
            </a:r>
            <a:r>
              <a:rPr sz="3200" dirty="0"/>
              <a:t>Ceftriaxone 2gm IV q24h and azithromycin 500 mg IV q24h</a:t>
            </a:r>
          </a:p>
          <a:p>
            <a:pPr marL="228600" indent="-228600">
              <a:lnSpc>
                <a:spcPct val="80000"/>
              </a:lnSpc>
              <a:buSzPct val="100000"/>
              <a:defRPr sz="1200" b="1"/>
            </a:pPr>
            <a:r>
              <a:rPr sz="3200" dirty="0"/>
              <a:t>U</a:t>
            </a:r>
            <a:r>
              <a:rPr lang="en-CA" sz="3200" dirty="0"/>
              <a:t>TI - </a:t>
            </a:r>
            <a:r>
              <a:rPr sz="3200" dirty="0"/>
              <a:t>Ceftriaxone 2gm IV q24h</a:t>
            </a:r>
          </a:p>
          <a:p>
            <a:pPr marL="228600" indent="-228600">
              <a:lnSpc>
                <a:spcPct val="80000"/>
              </a:lnSpc>
              <a:buSzPct val="100000"/>
              <a:defRPr sz="1200" b="1"/>
            </a:pPr>
            <a:r>
              <a:rPr sz="3200" dirty="0"/>
              <a:t>S</a:t>
            </a:r>
            <a:r>
              <a:rPr lang="en-CA" sz="3200" dirty="0"/>
              <a:t>TI</a:t>
            </a:r>
            <a:r>
              <a:rPr sz="3200" dirty="0"/>
              <a:t> (chlamydia and/or gonorrhea) -&gt; PID</a:t>
            </a:r>
            <a:r>
              <a:rPr lang="en-CA" sz="3200" dirty="0"/>
              <a:t> </a:t>
            </a:r>
            <a:r>
              <a:rPr sz="3200" dirty="0"/>
              <a:t>Cefoxitin 2 gm q6h</a:t>
            </a:r>
            <a:r>
              <a:rPr lang="en-CA" sz="3200" dirty="0"/>
              <a:t> + </a:t>
            </a:r>
            <a:r>
              <a:rPr sz="3200" dirty="0"/>
              <a:t>Doxycycline 100 mg po/iv q12h</a:t>
            </a:r>
          </a:p>
          <a:p>
            <a:pPr marL="228600" indent="-228600">
              <a:lnSpc>
                <a:spcPct val="80000"/>
              </a:lnSpc>
              <a:buSzPct val="100000"/>
              <a:defRPr sz="1200" b="1"/>
            </a:pPr>
            <a:r>
              <a:rPr sz="3200" dirty="0"/>
              <a:t>Skin</a:t>
            </a:r>
            <a:r>
              <a:rPr lang="en-CA" sz="3200" dirty="0"/>
              <a:t>/</a:t>
            </a:r>
            <a:r>
              <a:rPr sz="3200" dirty="0"/>
              <a:t>Soft Tissue</a:t>
            </a:r>
            <a:r>
              <a:rPr lang="en-CA" sz="3200" dirty="0"/>
              <a:t> - </a:t>
            </a:r>
            <a:r>
              <a:rPr sz="3200" dirty="0"/>
              <a:t>Clindamycin 300-600 mg IV q6h</a:t>
            </a:r>
          </a:p>
          <a:p>
            <a:pPr marL="228600" indent="-228600">
              <a:lnSpc>
                <a:spcPct val="80000"/>
              </a:lnSpc>
              <a:buSzPct val="100000"/>
              <a:defRPr sz="1200" b="1"/>
            </a:pPr>
            <a:r>
              <a:rPr sz="3200" dirty="0"/>
              <a:t>Intra-abdominal</a:t>
            </a:r>
            <a:r>
              <a:rPr lang="en-CA" sz="3200" dirty="0"/>
              <a:t> - </a:t>
            </a:r>
            <a:r>
              <a:rPr sz="3200" dirty="0"/>
              <a:t>Ceftriaxone 2gm IV q24h and metronidazole 500 mg IV q12h</a:t>
            </a:r>
          </a:p>
          <a:p>
            <a:pPr marL="228600" indent="-228600">
              <a:lnSpc>
                <a:spcPct val="80000"/>
              </a:lnSpc>
              <a:buSzPct val="100000"/>
              <a:defRPr sz="1200" b="1"/>
            </a:pPr>
            <a:r>
              <a:rPr sz="3200" dirty="0"/>
              <a:t>Central Nervous System</a:t>
            </a:r>
            <a:r>
              <a:rPr lang="en-CA" sz="3200" dirty="0"/>
              <a:t> - </a:t>
            </a:r>
            <a:r>
              <a:rPr sz="3200" dirty="0"/>
              <a:t>Dexamethasone 0.15 mg/kg IV q6h and Ceftriaxone 2gm IV q24h and ampicillin 2g IV q4h and acyclovir 10 mg/kg IV q8h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49;p11"/>
          <p:cNvSpPr txBox="1">
            <a:spLocks noGrp="1"/>
          </p:cNvSpPr>
          <p:nvPr>
            <p:ph type="title"/>
          </p:nvPr>
        </p:nvSpPr>
        <p:spPr>
          <a:xfrm>
            <a:off x="1691873" y="192988"/>
            <a:ext cx="7729730" cy="1188723"/>
          </a:xfrm>
          <a:prstGeom prst="rect">
            <a:avLst/>
          </a:prstGeom>
        </p:spPr>
        <p:txBody>
          <a:bodyPr/>
          <a:lstStyle/>
          <a:p>
            <a:r>
              <a:t>VASOPRESSORS</a:t>
            </a:r>
          </a:p>
        </p:txBody>
      </p:sp>
      <p:sp>
        <p:nvSpPr>
          <p:cNvPr id="290" name="Google Shape;250;p11"/>
          <p:cNvSpPr txBox="1">
            <a:spLocks noGrp="1"/>
          </p:cNvSpPr>
          <p:nvPr>
            <p:ph type="body" idx="1"/>
          </p:nvPr>
        </p:nvSpPr>
        <p:spPr>
          <a:xfrm>
            <a:off x="1247093" y="1684078"/>
            <a:ext cx="9702261" cy="435128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28600" indent="-228600">
              <a:spcBef>
                <a:spcPts val="0"/>
              </a:spcBef>
              <a:buSzPts val="2400"/>
              <a:defRPr sz="2400"/>
            </a:pPr>
            <a:r>
              <a:rPr sz="3200" dirty="0"/>
              <a:t>Improves Cardiac Output (HR + SV) by acting on alpha and beta adrenergic receptors.</a:t>
            </a:r>
          </a:p>
          <a:p>
            <a:pPr marL="0" indent="152400">
              <a:buSzTx/>
              <a:buNone/>
              <a:defRPr sz="2400"/>
            </a:pPr>
            <a:endParaRPr sz="3200" dirty="0"/>
          </a:p>
          <a:p>
            <a:pPr marL="228600" indent="-228600">
              <a:buSzPts val="2400"/>
              <a:defRPr sz="2400"/>
            </a:pPr>
            <a:r>
              <a:rPr sz="3200" dirty="0"/>
              <a:t>Phenylephrine: 0-300 mcg/min (push dose 100-200 mcg)</a:t>
            </a:r>
          </a:p>
          <a:p>
            <a:pPr marL="228600" indent="-228600">
              <a:buSzPts val="2400"/>
              <a:defRPr sz="2400"/>
            </a:pPr>
            <a:r>
              <a:rPr sz="3200" dirty="0"/>
              <a:t>Norepinephrine: 0-30 mcg/min (0.01-0.5 mcg/kg/min)</a:t>
            </a:r>
          </a:p>
          <a:p>
            <a:pPr marL="228600" indent="-228600">
              <a:buSzPts val="2400"/>
              <a:defRPr sz="2400"/>
            </a:pPr>
            <a:r>
              <a:rPr sz="3200" dirty="0"/>
              <a:t>Epinephrine: 0-20 mcg/min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64;p13"/>
          <p:cNvSpPr txBox="1"/>
          <p:nvPr/>
        </p:nvSpPr>
        <p:spPr>
          <a:xfrm>
            <a:off x="539530" y="319560"/>
            <a:ext cx="4853085" cy="1815839"/>
          </a:xfrm>
          <a:prstGeom prst="rect">
            <a:avLst/>
          </a:prstGeom>
          <a:ln w="12700">
            <a:solidFill>
              <a:schemeClr val="tx1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699" tIns="45699" rIns="45699" bIns="45699">
            <a:spAutoFit/>
          </a:bodyPr>
          <a:lstStyle/>
          <a:p>
            <a:pPr>
              <a:defRPr sz="2800" b="1" u="sng">
                <a:latin typeface="Gill Sans"/>
                <a:ea typeface="Gill Sans"/>
                <a:cs typeface="Gill Sans"/>
                <a:sym typeface="Gill Sans"/>
              </a:defRPr>
            </a:pPr>
            <a:r>
              <a:rPr lang="en-CA" dirty="0" err="1"/>
              <a:t>NorEpinephrine</a:t>
            </a:r>
            <a:r>
              <a:rPr lang="en-CA" dirty="0"/>
              <a:t> 1st</a:t>
            </a:r>
            <a:r>
              <a:rPr dirty="0"/>
              <a:t> Choice</a:t>
            </a:r>
          </a:p>
          <a:p>
            <a:pPr marL="285750" indent="-285750">
              <a:buClr>
                <a:srgbClr val="000000"/>
              </a:buClr>
              <a:buSzPts val="2800"/>
              <a:buFont typeface="Gill Sans"/>
              <a:buChar char="-"/>
              <a:defRPr sz="2800">
                <a:latin typeface="Gill Sans"/>
                <a:ea typeface="Gill Sans"/>
                <a:cs typeface="Gill Sans"/>
                <a:sym typeface="Gill Sans"/>
              </a:defRPr>
            </a:pPr>
            <a:r>
              <a:rPr dirty="0"/>
              <a:t>Septic shock</a:t>
            </a:r>
          </a:p>
          <a:p>
            <a:pPr marL="285750" indent="-285750">
              <a:buClr>
                <a:srgbClr val="000000"/>
              </a:buClr>
              <a:buSzPts val="2800"/>
              <a:buFont typeface="Gill Sans"/>
              <a:buChar char="-"/>
              <a:defRPr sz="2800">
                <a:latin typeface="Gill Sans"/>
                <a:ea typeface="Gill Sans"/>
                <a:cs typeface="Gill Sans"/>
                <a:sym typeface="Gill Sans"/>
              </a:defRPr>
            </a:pPr>
            <a:r>
              <a:rPr dirty="0"/>
              <a:t>Cardiogenic shock</a:t>
            </a:r>
          </a:p>
          <a:p>
            <a:pPr marL="285750" indent="-285750">
              <a:buClr>
                <a:srgbClr val="000000"/>
              </a:buClr>
              <a:buSzPts val="2800"/>
              <a:buFont typeface="Gill Sans"/>
              <a:buChar char="-"/>
              <a:defRPr sz="2800">
                <a:latin typeface="Gill Sans"/>
                <a:ea typeface="Gill Sans"/>
                <a:cs typeface="Gill Sans"/>
                <a:sym typeface="Gill Sans"/>
              </a:defRPr>
            </a:pPr>
            <a:r>
              <a:rPr dirty="0"/>
              <a:t>Neurogenic shock</a:t>
            </a:r>
          </a:p>
        </p:txBody>
      </p:sp>
      <p:sp>
        <p:nvSpPr>
          <p:cNvPr id="2" name="Google Shape;270;p14">
            <a:extLst>
              <a:ext uri="{FF2B5EF4-FFF2-40B4-BE49-F238E27FC236}">
                <a16:creationId xmlns:a16="http://schemas.microsoft.com/office/drawing/2014/main" id="{4B117D73-DE6A-FB27-36A1-D5A4B0C4AD77}"/>
              </a:ext>
            </a:extLst>
          </p:cNvPr>
          <p:cNvSpPr txBox="1"/>
          <p:nvPr/>
        </p:nvSpPr>
        <p:spPr>
          <a:xfrm>
            <a:off x="5849681" y="319560"/>
            <a:ext cx="5802789" cy="4832050"/>
          </a:xfrm>
          <a:prstGeom prst="rect">
            <a:avLst/>
          </a:prstGeom>
          <a:ln w="12700">
            <a:solidFill>
              <a:schemeClr val="tx1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699" tIns="45699" rIns="45699" bIns="45699">
            <a:spAutoFit/>
          </a:bodyPr>
          <a:lstStyle/>
          <a:p>
            <a:pPr>
              <a:defRPr sz="2800" b="1" u="sng">
                <a:latin typeface="Gill Sans"/>
                <a:ea typeface="Gill Sans"/>
                <a:cs typeface="Gill Sans"/>
                <a:sym typeface="Gill Sans"/>
              </a:defRPr>
            </a:pPr>
            <a:r>
              <a:rPr lang="en-CA" dirty="0"/>
              <a:t>Epinephrine </a:t>
            </a:r>
            <a:r>
              <a:rPr dirty="0"/>
              <a:t>First Choice for:</a:t>
            </a:r>
          </a:p>
          <a:p>
            <a:pPr marL="285750" indent="-285750">
              <a:buClr>
                <a:srgbClr val="000000"/>
              </a:buClr>
              <a:buSzPts val="2800"/>
              <a:buFont typeface="Gill Sans"/>
              <a:buChar char="-"/>
              <a:defRPr sz="2800">
                <a:latin typeface="Gill Sans"/>
                <a:ea typeface="Gill Sans"/>
                <a:cs typeface="Gill Sans"/>
                <a:sym typeface="Gill Sans"/>
              </a:defRPr>
            </a:pPr>
            <a:r>
              <a:rPr dirty="0"/>
              <a:t>Anaphylactic shock</a:t>
            </a:r>
          </a:p>
          <a:p>
            <a:pPr indent="177800">
              <a:defRPr sz="2800">
                <a:latin typeface="Gill Sans"/>
                <a:ea typeface="Gill Sans"/>
                <a:cs typeface="Gill Sans"/>
                <a:sym typeface="Gill Sans"/>
              </a:defRPr>
            </a:pPr>
            <a:endParaRPr dirty="0"/>
          </a:p>
          <a:p>
            <a:pPr marL="457200" indent="-457200"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ill Sans"/>
                <a:ea typeface="Gill Sans"/>
                <a:cs typeface="Gill Sans"/>
                <a:sym typeface="Gill Sans"/>
              </a:defRPr>
            </a:pPr>
            <a:r>
              <a:rPr dirty="0"/>
              <a:t>Epinephrine (0.3-0.5 mg IM and/or 2-10 ug/min infusion)</a:t>
            </a:r>
          </a:p>
          <a:p>
            <a:pPr marL="457200" indent="-457200"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ill Sans"/>
                <a:ea typeface="Gill Sans"/>
                <a:cs typeface="Gill Sans"/>
                <a:sym typeface="Gill Sans"/>
              </a:defRPr>
            </a:pPr>
            <a:r>
              <a:rPr dirty="0"/>
              <a:t>Glucagon 1 mg IV if beta-blocked </a:t>
            </a:r>
          </a:p>
          <a:p>
            <a:pPr indent="177800">
              <a:defRPr sz="2800">
                <a:latin typeface="Gill Sans"/>
                <a:ea typeface="Gill Sans"/>
                <a:cs typeface="Gill Sans"/>
                <a:sym typeface="Gill Sans"/>
              </a:defRPr>
            </a:pPr>
            <a:endParaRPr dirty="0"/>
          </a:p>
          <a:p>
            <a:pPr>
              <a:defRPr sz="2800" b="1" u="sng">
                <a:latin typeface="Gill Sans"/>
                <a:ea typeface="Gill Sans"/>
                <a:cs typeface="Gill Sans"/>
                <a:sym typeface="Gill Sans"/>
              </a:defRPr>
            </a:pPr>
            <a:r>
              <a:rPr lang="en-CA" dirty="0"/>
              <a:t>Second choice </a:t>
            </a:r>
            <a:r>
              <a:rPr dirty="0"/>
              <a:t>Pressor for:</a:t>
            </a:r>
          </a:p>
          <a:p>
            <a:pPr marL="285750" indent="-285750">
              <a:buClr>
                <a:srgbClr val="000000"/>
              </a:buClr>
              <a:buSzPts val="2800"/>
              <a:buFont typeface="Gill Sans"/>
              <a:buChar char="-"/>
              <a:defRPr sz="2800">
                <a:latin typeface="Gill Sans"/>
                <a:ea typeface="Gill Sans"/>
                <a:cs typeface="Gill Sans"/>
                <a:sym typeface="Gill Sans"/>
              </a:defRPr>
            </a:pPr>
            <a:r>
              <a:rPr dirty="0"/>
              <a:t>Septic shock</a:t>
            </a:r>
          </a:p>
          <a:p>
            <a:pPr marL="285750" indent="-285750">
              <a:buClr>
                <a:srgbClr val="000000"/>
              </a:buClr>
              <a:buSzPts val="2800"/>
              <a:buFont typeface="Gill Sans"/>
              <a:buChar char="-"/>
              <a:defRPr sz="2800">
                <a:latin typeface="Gill Sans"/>
                <a:ea typeface="Gill Sans"/>
                <a:cs typeface="Gill Sans"/>
                <a:sym typeface="Gill Sans"/>
              </a:defRPr>
            </a:pPr>
            <a:r>
              <a:rPr dirty="0"/>
              <a:t>Cardiogenic shock</a:t>
            </a:r>
          </a:p>
          <a:p>
            <a:pPr marL="285750" indent="-285750">
              <a:buClr>
                <a:srgbClr val="000000"/>
              </a:buClr>
              <a:buSzPts val="2800"/>
              <a:buFont typeface="Gill Sans"/>
              <a:buChar char="-"/>
              <a:defRPr sz="2800">
                <a:latin typeface="Gill Sans"/>
                <a:ea typeface="Gill Sans"/>
                <a:cs typeface="Gill Sans"/>
                <a:sym typeface="Gill Sans"/>
              </a:defRPr>
            </a:pPr>
            <a:r>
              <a:rPr dirty="0"/>
              <a:t>Neurogenic shock</a:t>
            </a:r>
          </a:p>
        </p:txBody>
      </p:sp>
      <p:sp>
        <p:nvSpPr>
          <p:cNvPr id="305" name="Google Shape;282;p16"/>
          <p:cNvSpPr txBox="1"/>
          <p:nvPr/>
        </p:nvSpPr>
        <p:spPr>
          <a:xfrm>
            <a:off x="539530" y="3199586"/>
            <a:ext cx="4446685" cy="3108501"/>
          </a:xfrm>
          <a:prstGeom prst="rect">
            <a:avLst/>
          </a:prstGeom>
          <a:ln w="12700">
            <a:solidFill>
              <a:schemeClr val="tx1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>
              <a:defRPr sz="2800" b="1" u="sng">
                <a:latin typeface="Gill Sans"/>
                <a:ea typeface="Gill Sans"/>
                <a:cs typeface="Gill Sans"/>
                <a:sym typeface="Gill Sans"/>
              </a:defRPr>
            </a:pPr>
            <a:r>
              <a:rPr lang="en-CA" dirty="0"/>
              <a:t>Phenylephrine</a:t>
            </a:r>
            <a:r>
              <a:rPr dirty="0"/>
              <a:t> for:</a:t>
            </a:r>
          </a:p>
          <a:p>
            <a:pPr>
              <a:defRPr sz="2800">
                <a:latin typeface="Gill Sans"/>
                <a:ea typeface="Gill Sans"/>
                <a:cs typeface="Gill Sans"/>
                <a:sym typeface="Gill Sans"/>
              </a:defRPr>
            </a:pPr>
            <a:endParaRPr dirty="0"/>
          </a:p>
          <a:p>
            <a:pPr marL="285750" indent="-285750">
              <a:buClr>
                <a:srgbClr val="000000"/>
              </a:buClr>
              <a:buSzPts val="2800"/>
              <a:buFont typeface="Gill Sans"/>
              <a:buChar char="-"/>
              <a:defRPr sz="2800">
                <a:latin typeface="Gill Sans"/>
                <a:ea typeface="Gill Sans"/>
                <a:cs typeface="Gill Sans"/>
                <a:sym typeface="Gill Sans"/>
              </a:defRPr>
            </a:pPr>
            <a:r>
              <a:rPr dirty="0"/>
              <a:t>Push dose pressor</a:t>
            </a:r>
          </a:p>
          <a:p>
            <a:pPr marL="285750" indent="-285750">
              <a:buClr>
                <a:srgbClr val="000000"/>
              </a:buClr>
              <a:buSzPts val="2800"/>
              <a:buFont typeface="Gill Sans"/>
              <a:buChar char="-"/>
              <a:defRPr sz="2800">
                <a:latin typeface="Gill Sans"/>
                <a:ea typeface="Gill Sans"/>
                <a:cs typeface="Gill Sans"/>
                <a:sym typeface="Gill Sans"/>
              </a:defRPr>
            </a:pPr>
            <a:r>
              <a:rPr dirty="0"/>
              <a:t>Commonly used in intubations pre/post</a:t>
            </a:r>
          </a:p>
          <a:p>
            <a:pPr marL="285750" indent="-285750">
              <a:buClr>
                <a:srgbClr val="000000"/>
              </a:buClr>
              <a:buSzPts val="2800"/>
              <a:buFont typeface="Gill Sans"/>
              <a:buChar char="-"/>
              <a:defRPr sz="2800">
                <a:latin typeface="Gill Sans"/>
                <a:ea typeface="Gill Sans"/>
                <a:cs typeface="Gill Sans"/>
                <a:sym typeface="Gill Sans"/>
              </a:defRPr>
            </a:pPr>
            <a:r>
              <a:rPr dirty="0"/>
              <a:t>Used to buy time to set up Norepinephrine infusion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275;p15"/>
          <p:cNvSpPr txBox="1">
            <a:spLocks noGrp="1"/>
          </p:cNvSpPr>
          <p:nvPr>
            <p:ph type="title"/>
          </p:nvPr>
        </p:nvSpPr>
        <p:spPr>
          <a:xfrm>
            <a:off x="1820826" y="308198"/>
            <a:ext cx="7729730" cy="1188723"/>
          </a:xfrm>
          <a:prstGeom prst="rect">
            <a:avLst/>
          </a:prstGeom>
        </p:spPr>
        <p:txBody>
          <a:bodyPr/>
          <a:lstStyle/>
          <a:p>
            <a:r>
              <a:t>EPI PUSH DOSE</a:t>
            </a:r>
          </a:p>
        </p:txBody>
      </p:sp>
      <p:sp>
        <p:nvSpPr>
          <p:cNvPr id="302" name="Google Shape;276;p15"/>
          <p:cNvSpPr txBox="1">
            <a:spLocks noGrp="1"/>
          </p:cNvSpPr>
          <p:nvPr>
            <p:ph type="body" sz="half" idx="1"/>
          </p:nvPr>
        </p:nvSpPr>
        <p:spPr>
          <a:xfrm>
            <a:off x="1973227" y="1711919"/>
            <a:ext cx="7729730" cy="4044111"/>
          </a:xfrm>
          <a:prstGeom prst="rect">
            <a:avLst/>
          </a:prstGeom>
        </p:spPr>
        <p:txBody>
          <a:bodyPr>
            <a:normAutofit fontScale="92500"/>
          </a:bodyPr>
          <a:lstStyle/>
          <a:p>
            <a:pPr marL="228600" indent="-228600">
              <a:spcBef>
                <a:spcPts val="0"/>
              </a:spcBef>
            </a:pPr>
            <a:r>
              <a:rPr sz="4400" dirty="0"/>
              <a:t>Options: </a:t>
            </a:r>
            <a:r>
              <a:rPr lang="en-CA" sz="3600" dirty="0"/>
              <a:t>D</a:t>
            </a:r>
            <a:r>
              <a:rPr sz="3600" dirty="0" err="1"/>
              <a:t>ilute</a:t>
            </a:r>
            <a:r>
              <a:rPr sz="3600" dirty="0"/>
              <a:t> in 1L of NS or 100 ml NS</a:t>
            </a:r>
          </a:p>
          <a:p>
            <a:pPr marL="0" indent="114300">
              <a:buSzTx/>
              <a:buNone/>
              <a:defRPr sz="1600"/>
            </a:pPr>
            <a:endParaRPr dirty="0"/>
          </a:p>
          <a:p>
            <a:pPr marL="228600" indent="-228600">
              <a:defRPr b="1"/>
            </a:pPr>
            <a:r>
              <a:rPr sz="3200" dirty="0"/>
              <a:t>1 mg epi (does not matter if 1:1000 or 1:10,000) = 1000 mcg epi</a:t>
            </a:r>
          </a:p>
          <a:p>
            <a:pPr marL="457200" lvl="1" indent="-228600">
              <a:buSzPts val="1600"/>
              <a:defRPr sz="1600"/>
            </a:pPr>
            <a:r>
              <a:rPr sz="3200" dirty="0"/>
              <a:t>1000 ml NS =&gt; 1000 mcg in 1000 ml = 1 mcg/ml of Epi</a:t>
            </a:r>
          </a:p>
          <a:p>
            <a:pPr marL="457200" lvl="1" indent="-228600">
              <a:buSzPts val="1600"/>
              <a:defRPr sz="1600"/>
            </a:pPr>
            <a:r>
              <a:rPr sz="3200" dirty="0"/>
              <a:t>100 ml NS =&gt; 1000 mcg in 100 ml = 10 mcg/ml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299;p19"/>
          <p:cNvSpPr txBox="1">
            <a:spLocks noGrp="1"/>
          </p:cNvSpPr>
          <p:nvPr>
            <p:ph type="title"/>
          </p:nvPr>
        </p:nvSpPr>
        <p:spPr>
          <a:xfrm>
            <a:off x="1891165" y="179243"/>
            <a:ext cx="7729730" cy="1188723"/>
          </a:xfrm>
          <a:prstGeom prst="rect">
            <a:avLst/>
          </a:prstGeom>
        </p:spPr>
        <p:txBody>
          <a:bodyPr/>
          <a:lstStyle/>
          <a:p>
            <a:r>
              <a:t>IF PRESSOR GOES INTERSTITIAL</a:t>
            </a:r>
          </a:p>
        </p:txBody>
      </p:sp>
      <p:sp>
        <p:nvSpPr>
          <p:cNvPr id="314" name="Google Shape;300;p19"/>
          <p:cNvSpPr txBox="1">
            <a:spLocks noGrp="1"/>
          </p:cNvSpPr>
          <p:nvPr>
            <p:ph type="body" sz="half" idx="1"/>
          </p:nvPr>
        </p:nvSpPr>
        <p:spPr>
          <a:xfrm>
            <a:off x="1891165" y="1653304"/>
            <a:ext cx="9550558" cy="481783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28600" indent="-228600">
              <a:spcBef>
                <a:spcPts val="0"/>
              </a:spcBef>
              <a:buSzPts val="2000"/>
              <a:defRPr sz="2000"/>
            </a:pPr>
            <a:r>
              <a:rPr sz="2800" dirty="0"/>
              <a:t>Stop the infusion</a:t>
            </a:r>
          </a:p>
          <a:p>
            <a:pPr marL="228600" indent="-228600">
              <a:buSzPts val="2000"/>
              <a:defRPr sz="2000"/>
            </a:pPr>
            <a:r>
              <a:rPr sz="2800" dirty="0"/>
              <a:t>Warm compresses on the tissue to promote vasodilation</a:t>
            </a:r>
          </a:p>
          <a:p>
            <a:pPr marL="0" indent="127000">
              <a:buSzTx/>
              <a:buNone/>
              <a:defRPr sz="2000"/>
            </a:pPr>
            <a:endParaRPr sz="2800" dirty="0"/>
          </a:p>
          <a:p>
            <a:pPr marL="228600" indent="-228600">
              <a:buSzPts val="2000"/>
              <a:defRPr sz="2000" b="1" u="sng"/>
            </a:pPr>
            <a:r>
              <a:rPr sz="2800" dirty="0"/>
              <a:t>If available:</a:t>
            </a:r>
          </a:p>
          <a:p>
            <a:pPr marL="228600" indent="-228600">
              <a:buSzPts val="2000"/>
              <a:defRPr sz="2000"/>
            </a:pPr>
            <a:r>
              <a:rPr sz="2800" dirty="0"/>
              <a:t>Phentolamine (alpha blocker) – inject 5-10 mg (diluted in 10 mL 0.9% </a:t>
            </a:r>
            <a:r>
              <a:rPr sz="2800" dirty="0" err="1"/>
              <a:t>NaCL</a:t>
            </a:r>
            <a:r>
              <a:rPr sz="2800" dirty="0"/>
              <a:t>) into extravasation (use the interstitial catheter that is already in the right spot)</a:t>
            </a:r>
          </a:p>
          <a:p>
            <a:pPr marL="457200" lvl="1" indent="-228600">
              <a:buSzPts val="2000"/>
              <a:defRPr sz="2000"/>
            </a:pPr>
            <a:r>
              <a:rPr sz="2800" dirty="0"/>
              <a:t>As soon as possible within 12 hours of the extravasation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BC068-E11E-457E-FAB0-668AE5EBF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1;p21">
            <a:extLst>
              <a:ext uri="{FF2B5EF4-FFF2-40B4-BE49-F238E27FC236}">
                <a16:creationId xmlns:a16="http://schemas.microsoft.com/office/drawing/2014/main" id="{C2D5D98F-F533-8E33-2813-DD291CCD62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31134" y="413706"/>
            <a:ext cx="7729730" cy="1188723"/>
          </a:xfrm>
          <a:prstGeom prst="rect">
            <a:avLst/>
          </a:prstGeom>
        </p:spPr>
        <p:txBody>
          <a:bodyPr/>
          <a:lstStyle/>
          <a:p>
            <a:r>
              <a:rPr lang="en-CA" dirty="0"/>
              <a:t>SUMMARY</a:t>
            </a:r>
            <a:endParaRPr dirty="0"/>
          </a:p>
        </p:txBody>
      </p:sp>
      <p:sp>
        <p:nvSpPr>
          <p:cNvPr id="320" name="Google Shape;312;p21">
            <a:extLst>
              <a:ext uri="{FF2B5EF4-FFF2-40B4-BE49-F238E27FC236}">
                <a16:creationId xmlns:a16="http://schemas.microsoft.com/office/drawing/2014/main" id="{00099687-CAB0-E13D-17F2-A39192A6B61E}"/>
              </a:ext>
            </a:extLst>
          </p:cNvPr>
          <p:cNvSpPr txBox="1">
            <a:spLocks noGrp="1"/>
          </p:cNvSpPr>
          <p:nvPr>
            <p:ph type="body" sz="half" idx="1"/>
          </p:nvPr>
        </p:nvSpPr>
        <p:spPr>
          <a:xfrm>
            <a:off x="2149072" y="1878007"/>
            <a:ext cx="7729730" cy="392491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114300">
              <a:spcBef>
                <a:spcPts val="0"/>
              </a:spcBef>
              <a:buSzTx/>
              <a:buNone/>
            </a:pPr>
            <a:r>
              <a:rPr lang="en-CA" sz="3600" dirty="0"/>
              <a:t>RECOGNITION</a:t>
            </a:r>
          </a:p>
          <a:p>
            <a:pPr marL="0" indent="114300">
              <a:spcBef>
                <a:spcPts val="0"/>
              </a:spcBef>
              <a:buSzTx/>
              <a:buNone/>
            </a:pPr>
            <a:endParaRPr lang="en-CA" sz="3600" dirty="0"/>
          </a:p>
          <a:p>
            <a:pPr marL="0" indent="114300">
              <a:spcBef>
                <a:spcPts val="0"/>
              </a:spcBef>
              <a:buSzTx/>
              <a:buNone/>
            </a:pPr>
            <a:r>
              <a:rPr lang="en-CA" sz="3600" dirty="0"/>
              <a:t>Early Fluids and Abx</a:t>
            </a:r>
          </a:p>
          <a:p>
            <a:pPr marL="0" indent="114300">
              <a:spcBef>
                <a:spcPts val="0"/>
              </a:spcBef>
              <a:buSzTx/>
              <a:buNone/>
            </a:pPr>
            <a:r>
              <a:rPr lang="en-CA" sz="3600" dirty="0"/>
              <a:t>Pressors if needed</a:t>
            </a:r>
          </a:p>
          <a:p>
            <a:pPr marL="0" indent="114300">
              <a:spcBef>
                <a:spcPts val="0"/>
              </a:spcBef>
              <a:buSzTx/>
              <a:buNone/>
            </a:pPr>
            <a:endParaRPr lang="en-CA" sz="3600" dirty="0"/>
          </a:p>
          <a:p>
            <a:pPr marL="0" indent="114300">
              <a:spcBef>
                <a:spcPts val="0"/>
              </a:spcBef>
              <a:buSzTx/>
              <a:buNone/>
            </a:pPr>
            <a:r>
              <a:rPr lang="en-CA" sz="3600" dirty="0"/>
              <a:t>Extended care &gt; Evac&gt; HLC</a:t>
            </a:r>
            <a:endParaRPr sz="3600" dirty="0"/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671D6B33-D93C-BD9A-7955-C6E641BB95C5}"/>
              </a:ext>
            </a:extLst>
          </p:cNvPr>
          <p:cNvSpPr/>
          <p:nvPr/>
        </p:nvSpPr>
        <p:spPr>
          <a:xfrm>
            <a:off x="3263001" y="2555631"/>
            <a:ext cx="433753" cy="457200"/>
          </a:xfrm>
          <a:prstGeom prst="downArrow">
            <a:avLst/>
          </a:prstGeom>
          <a:solidFill>
            <a:srgbClr val="F2F2F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CA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EF64260B-6B53-9C75-B3CF-9EAF356A681D}"/>
              </a:ext>
            </a:extLst>
          </p:cNvPr>
          <p:cNvSpPr/>
          <p:nvPr/>
        </p:nvSpPr>
        <p:spPr>
          <a:xfrm>
            <a:off x="3263000" y="4200584"/>
            <a:ext cx="433753" cy="457200"/>
          </a:xfrm>
          <a:prstGeom prst="downArrow">
            <a:avLst/>
          </a:prstGeom>
          <a:solidFill>
            <a:srgbClr val="F2F2F2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CA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530935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05;p20"/>
          <p:cNvSpPr txBox="1">
            <a:spLocks noGrp="1"/>
          </p:cNvSpPr>
          <p:nvPr>
            <p:ph type="title"/>
          </p:nvPr>
        </p:nvSpPr>
        <p:spPr>
          <a:xfrm>
            <a:off x="2231134" y="964690"/>
            <a:ext cx="7729730" cy="1188723"/>
          </a:xfrm>
          <a:prstGeom prst="rect">
            <a:avLst/>
          </a:prstGeom>
        </p:spPr>
        <p:txBody>
          <a:bodyPr/>
          <a:lstStyle/>
          <a:p>
            <a:r>
              <a:t>ADDITIONAL RESOURCES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8E250C-B90E-E562-2F17-B3E1BB1CE3CC}"/>
              </a:ext>
            </a:extLst>
          </p:cNvPr>
          <p:cNvSpPr txBox="1"/>
          <p:nvPr/>
        </p:nvSpPr>
        <p:spPr>
          <a:xfrm>
            <a:off x="3048000" y="3275112"/>
            <a:ext cx="6096000" cy="830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hlinkClick r:id="rId2"/>
              </a:rPr>
              <a:t>Surviving Sepsis Campaign (SSC) | SCCM</a:t>
            </a:r>
            <a:endParaRPr lang="en-US" sz="2400" dirty="0"/>
          </a:p>
          <a:p>
            <a:r>
              <a:rPr lang="en-US" sz="2400" dirty="0"/>
              <a:t>SCCM App</a:t>
            </a:r>
            <a:endParaRPr lang="en-CA" sz="2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1;p21"/>
          <p:cNvSpPr txBox="1">
            <a:spLocks noGrp="1"/>
          </p:cNvSpPr>
          <p:nvPr>
            <p:ph type="title"/>
          </p:nvPr>
        </p:nvSpPr>
        <p:spPr>
          <a:xfrm>
            <a:off x="2231134" y="2418352"/>
            <a:ext cx="7729730" cy="1188723"/>
          </a:xfrm>
          <a:prstGeom prst="rect">
            <a:avLst/>
          </a:prstGeom>
        </p:spPr>
        <p:txBody>
          <a:bodyPr/>
          <a:lstStyle/>
          <a:p>
            <a:r>
              <a:t>QUESTIONS?</a:t>
            </a:r>
          </a:p>
        </p:txBody>
      </p:sp>
      <p:sp>
        <p:nvSpPr>
          <p:cNvPr id="320" name="Google Shape;312;p21"/>
          <p:cNvSpPr txBox="1">
            <a:spLocks noGrp="1"/>
          </p:cNvSpPr>
          <p:nvPr>
            <p:ph type="body" sz="half" idx="1"/>
          </p:nvPr>
        </p:nvSpPr>
        <p:spPr>
          <a:xfrm>
            <a:off x="2231134" y="2638043"/>
            <a:ext cx="7729730" cy="3101986"/>
          </a:xfrm>
          <a:prstGeom prst="rect">
            <a:avLst/>
          </a:prstGeom>
        </p:spPr>
        <p:txBody>
          <a:bodyPr/>
          <a:lstStyle/>
          <a:p>
            <a:pPr marL="0" indent="114300">
              <a:spcBef>
                <a:spcPts val="0"/>
              </a:spcBef>
              <a:buSzTx/>
              <a:buNone/>
            </a:pP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2F2F2"/>
      </a:lt1>
      <a:dk2>
        <a:srgbClr val="A7A7A7"/>
      </a:dk2>
      <a:lt2>
        <a:srgbClr val="535353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00FF"/>
      </a:hlink>
      <a:folHlink>
        <a:srgbClr val="FF00FF"/>
      </a:folHlink>
    </a:clrScheme>
    <a:fontScheme name="Parcel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2F2F2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00FF"/>
      </a:hlink>
      <a:folHlink>
        <a:srgbClr val="FF00FF"/>
      </a:folHlink>
    </a:clrScheme>
    <a:fontScheme name="Parcel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2F2F2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scription0 xmlns="d890f882-1a46-4b5b-b357-bfeffa66eebd" xsi:nil="true"/>
    <Notes0 xmlns="d890f882-1a46-4b5b-b357-bfeffa66eeb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20A40C44DD7E5479FE2F104D81E38E8" ma:contentTypeVersion="2" ma:contentTypeDescription="Create a new document." ma:contentTypeScope="" ma:versionID="8f7787d29e6b90807182f994da2ddeb4">
  <xsd:schema xmlns:xsd="http://www.w3.org/2001/XMLSchema" xmlns:xs="http://www.w3.org/2001/XMLSchema" xmlns:p="http://schemas.microsoft.com/office/2006/metadata/properties" xmlns:ns2="d890f882-1a46-4b5b-b357-bfeffa66eebd" targetNamespace="http://schemas.microsoft.com/office/2006/metadata/properties" ma:root="true" ma:fieldsID="bea3947828b3ff05d4e4cc54cde2c1c0" ns2:_="">
    <xsd:import namespace="d890f882-1a46-4b5b-b357-bfeffa66eebd"/>
    <xsd:element name="properties">
      <xsd:complexType>
        <xsd:sequence>
          <xsd:element name="documentManagement">
            <xsd:complexType>
              <xsd:all>
                <xsd:element ref="ns2:Notes0" minOccurs="0"/>
                <xsd:element ref="ns2:Description0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90f882-1a46-4b5b-b357-bfeffa66eebd" elementFormDefault="qualified">
    <xsd:import namespace="http://schemas.microsoft.com/office/2006/documentManagement/types"/>
    <xsd:import namespace="http://schemas.microsoft.com/office/infopath/2007/PartnerControls"/>
    <xsd:element name="Notes0" ma:index="8" nillable="true" ma:displayName="Notes" ma:internalName="Notes0">
      <xsd:simpleType>
        <xsd:restriction base="dms:Note">
          <xsd:maxLength value="255"/>
        </xsd:restriction>
      </xsd:simpleType>
    </xsd:element>
    <xsd:element name="Description0" ma:index="9" nillable="true" ma:displayName="Description" ma:internalName="Description0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4D1C4A7-DD11-450D-B58D-962F27139B6A}">
  <ds:schemaRefs>
    <ds:schemaRef ds:uri="http://schemas.microsoft.com/office/2006/metadata/properties"/>
    <ds:schemaRef ds:uri="http://schemas.microsoft.com/office/infopath/2007/PartnerControls"/>
    <ds:schemaRef ds:uri="d890f882-1a46-4b5b-b357-bfeffa66eebd"/>
  </ds:schemaRefs>
</ds:datastoreItem>
</file>

<file path=customXml/itemProps2.xml><?xml version="1.0" encoding="utf-8"?>
<ds:datastoreItem xmlns:ds="http://schemas.openxmlformats.org/officeDocument/2006/customXml" ds:itemID="{549F8E75-2699-4EF4-A674-003F79766A8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90f882-1a46-4b5b-b357-bfeffa66eeb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D4F6EED-F134-4061-9EA8-F7A01166A4A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6721</TotalTime>
  <Words>912</Words>
  <Application>Microsoft Office PowerPoint</Application>
  <PresentationFormat>Widescreen</PresentationFormat>
  <Paragraphs>123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Gill Sans</vt:lpstr>
      <vt:lpstr>Helvetica</vt:lpstr>
      <vt:lpstr>Parcel</vt:lpstr>
      <vt:lpstr>SEPSIS</vt:lpstr>
      <vt:lpstr>Outline</vt:lpstr>
      <vt:lpstr>INTRO</vt:lpstr>
      <vt:lpstr>Definitions</vt:lpstr>
      <vt:lpstr>Definitions</vt:lpstr>
      <vt:lpstr>PowerPoint Presentation</vt:lpstr>
      <vt:lpstr>QUICK SEPSIS ORGAN FAILURE ASSESSMENT (no longer recommended as single screening tool)</vt:lpstr>
      <vt:lpstr>Modified Early Warning System/National Early Warning Score</vt:lpstr>
      <vt:lpstr>OTHER SEPSIS MARKERS = ORGAN DYSFUNCTION</vt:lpstr>
      <vt:lpstr>SOURCES OF INFECTION</vt:lpstr>
      <vt:lpstr>TIME IS OF THE ESSENCE</vt:lpstr>
      <vt:lpstr>SEPSIS TREATMENT</vt:lpstr>
      <vt:lpstr>EMPIRIC ANTIBIOTIC CHOICES</vt:lpstr>
      <vt:lpstr>VASOPRESSORS</vt:lpstr>
      <vt:lpstr>PowerPoint Presentation</vt:lpstr>
      <vt:lpstr>EPI PUSH DOSE</vt:lpstr>
      <vt:lpstr>IF PRESSOR GOES INTERSTITIAL</vt:lpstr>
      <vt:lpstr>SUMMARY</vt:lpstr>
      <vt:lpstr>ADDITIONAL RESOURCES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SEPSIS</dc:title>
  <dc:creator>Christopher Doiron</dc:creator>
  <cp:lastModifiedBy>young.ct</cp:lastModifiedBy>
  <cp:revision>13</cp:revision>
  <dcterms:modified xsi:type="dcterms:W3CDTF">2026-03-25T13:43:53Z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0x010100220A40C44DD7E5479FE2F104D81E38E8</vt:lpwstr>
  </property>
  <property fmtid="{D5CDD505-2E9C-101B-9397-08002B2CF9AE}" pid="3" name="MSIP_Label_3e33c1f9-43dd-4e5b-bd09-632e008e075a_Enabled">
    <vt:lpwstr>true</vt:lpwstr>
  </property>
  <property fmtid="{D5CDD505-2E9C-101B-9397-08002B2CF9AE}" pid="4" name="MSIP_Label_3e33c1f9-43dd-4e5b-bd09-632e008e075a_SetDate">
    <vt:lpwstr>2026-02-17T20:29:12Z</vt:lpwstr>
  </property>
  <property fmtid="{D5CDD505-2E9C-101B-9397-08002B2CF9AE}" pid="5" name="MSIP_Label_3e33c1f9-43dd-4e5b-bd09-632e008e075a_Method">
    <vt:lpwstr>Standard</vt:lpwstr>
  </property>
  <property fmtid="{D5CDD505-2E9C-101B-9397-08002B2CF9AE}" pid="6" name="MSIP_Label_3e33c1f9-43dd-4e5b-bd09-632e008e075a_Name">
    <vt:lpwstr>UNCLASSIFIED INTERNAL</vt:lpwstr>
  </property>
  <property fmtid="{D5CDD505-2E9C-101B-9397-08002B2CF9AE}" pid="7" name="MSIP_Label_3e33c1f9-43dd-4e5b-bd09-632e008e075a_SiteId">
    <vt:lpwstr>325b4494-1587-40d5-bb31-8b660b7f1038</vt:lpwstr>
  </property>
  <property fmtid="{D5CDD505-2E9C-101B-9397-08002B2CF9AE}" pid="8" name="MSIP_Label_3e33c1f9-43dd-4e5b-bd09-632e008e075a_ActionId">
    <vt:lpwstr>def4377b-0fbc-470f-8a86-b1e8469baa3f</vt:lpwstr>
  </property>
  <property fmtid="{D5CDD505-2E9C-101B-9397-08002B2CF9AE}" pid="9" name="MSIP_Label_3e33c1f9-43dd-4e5b-bd09-632e008e075a_ContentBits">
    <vt:lpwstr>0</vt:lpwstr>
  </property>
  <property fmtid="{D5CDD505-2E9C-101B-9397-08002B2CF9AE}" pid="10" name="MSIP_Label_3e33c1f9-43dd-4e5b-bd09-632e008e075a_Tag">
    <vt:lpwstr>10, 3, 0, 1</vt:lpwstr>
  </property>
</Properties>
</file>